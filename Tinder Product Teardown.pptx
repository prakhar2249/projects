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60667" y="1639315"/>
            <a:ext cx="4535805" cy="3878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3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E8E8E8">
              <a:alpha val="3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78280" y="699897"/>
            <a:ext cx="9008110" cy="5433695"/>
          </a:xfrm>
          <a:custGeom>
            <a:avLst/>
            <a:gdLst/>
            <a:ahLst/>
            <a:cxnLst/>
            <a:rect l="l" t="t" r="r" b="b"/>
            <a:pathLst>
              <a:path w="9008110" h="5433695">
                <a:moveTo>
                  <a:pt x="0" y="5433314"/>
                </a:moveTo>
                <a:lnTo>
                  <a:pt x="9007983" y="5433314"/>
                </a:lnTo>
                <a:lnTo>
                  <a:pt x="9007983" y="0"/>
                </a:lnTo>
                <a:lnTo>
                  <a:pt x="0" y="0"/>
                </a:lnTo>
                <a:lnTo>
                  <a:pt x="0" y="54333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" y="0"/>
            <a:ext cx="4654550" cy="6858000"/>
          </a:xfrm>
          <a:custGeom>
            <a:avLst/>
            <a:gdLst/>
            <a:ahLst/>
            <a:cxnLst/>
            <a:rect l="l" t="t" r="r" b="b"/>
            <a:pathLst>
              <a:path w="4654550" h="6858000">
                <a:moveTo>
                  <a:pt x="4654296" y="0"/>
                </a:moveTo>
                <a:lnTo>
                  <a:pt x="0" y="0"/>
                </a:lnTo>
                <a:lnTo>
                  <a:pt x="0" y="6858000"/>
                </a:lnTo>
                <a:lnTo>
                  <a:pt x="4654296" y="6858000"/>
                </a:lnTo>
                <a:lnTo>
                  <a:pt x="465429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652518" y="0"/>
            <a:ext cx="7539990" cy="6858000"/>
          </a:xfrm>
          <a:custGeom>
            <a:avLst/>
            <a:gdLst/>
            <a:ahLst/>
            <a:cxnLst/>
            <a:rect l="l" t="t" r="r" b="b"/>
            <a:pathLst>
              <a:path w="7539990" h="6858000">
                <a:moveTo>
                  <a:pt x="7539482" y="0"/>
                </a:moveTo>
                <a:lnTo>
                  <a:pt x="0" y="0"/>
                </a:lnTo>
                <a:lnTo>
                  <a:pt x="0" y="6858000"/>
                </a:lnTo>
                <a:lnTo>
                  <a:pt x="7539482" y="6858000"/>
                </a:lnTo>
                <a:lnTo>
                  <a:pt x="753948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29454" y="450507"/>
            <a:ext cx="6787515" cy="5863590"/>
          </a:xfrm>
          <a:custGeom>
            <a:avLst/>
            <a:gdLst/>
            <a:ahLst/>
            <a:cxnLst/>
            <a:rect l="l" t="t" r="r" b="b"/>
            <a:pathLst>
              <a:path w="6787515" h="5863590">
                <a:moveTo>
                  <a:pt x="0" y="5863209"/>
                </a:moveTo>
                <a:lnTo>
                  <a:pt x="6787388" y="5863209"/>
                </a:lnTo>
                <a:lnTo>
                  <a:pt x="6787388" y="0"/>
                </a:lnTo>
                <a:lnTo>
                  <a:pt x="0" y="0"/>
                </a:lnTo>
                <a:lnTo>
                  <a:pt x="0" y="5863209"/>
                </a:lnTo>
                <a:close/>
              </a:path>
            </a:pathLst>
          </a:custGeom>
          <a:ln w="88900">
            <a:solidFill>
              <a:srgbClr val="ED2C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315" y="284289"/>
            <a:ext cx="4077716" cy="61955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9943" y="158953"/>
            <a:ext cx="4452112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4.png"/><Relationship Id="rId7" Type="http://schemas.openxmlformats.org/officeDocument/2006/relationships/image" Target="../media/image17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6.png"/><Relationship Id="rId10" Type="http://schemas.openxmlformats.org/officeDocument/2006/relationships/image" Target="../media/image20.jpg"/><Relationship Id="rId4" Type="http://schemas.openxmlformats.org/officeDocument/2006/relationships/image" Target="../media/image15.png"/><Relationship Id="rId9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36510" y="1868042"/>
            <a:ext cx="3898900" cy="10795"/>
          </a:xfrm>
          <a:custGeom>
            <a:avLst/>
            <a:gdLst/>
            <a:ahLst/>
            <a:cxnLst/>
            <a:rect l="l" t="t" r="r" b="b"/>
            <a:pathLst>
              <a:path w="3898900" h="10794">
                <a:moveTo>
                  <a:pt x="3898392" y="0"/>
                </a:moveTo>
                <a:lnTo>
                  <a:pt x="0" y="0"/>
                </a:lnTo>
                <a:lnTo>
                  <a:pt x="0" y="10668"/>
                </a:lnTo>
                <a:lnTo>
                  <a:pt x="3898392" y="10668"/>
                </a:lnTo>
                <a:lnTo>
                  <a:pt x="38983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24827" y="1375664"/>
            <a:ext cx="3922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>
                <a:solidFill>
                  <a:srgbClr val="FFFFFF"/>
                </a:solidFill>
              </a:rPr>
              <a:t>Product</a:t>
            </a:r>
            <a:r>
              <a:rPr spc="-345" dirty="0">
                <a:solidFill>
                  <a:srgbClr val="FFFFFF"/>
                </a:solidFill>
              </a:rPr>
              <a:t> </a:t>
            </a:r>
            <a:r>
              <a:rPr spc="-260" dirty="0">
                <a:solidFill>
                  <a:srgbClr val="FFFFFF"/>
                </a:solidFill>
              </a:rPr>
              <a:t>Teardown</a:t>
            </a:r>
            <a:r>
              <a:rPr spc="-355" dirty="0">
                <a:solidFill>
                  <a:srgbClr val="FFFFFF"/>
                </a:solidFill>
              </a:rPr>
              <a:t> </a:t>
            </a:r>
            <a:r>
              <a:rPr spc="755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08775" y="1869440"/>
            <a:ext cx="4756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45" dirty="0">
                <a:solidFill>
                  <a:srgbClr val="FFFFFF"/>
                </a:solidFill>
                <a:latin typeface="Trebuchet MS"/>
                <a:cs typeface="Trebuchet MS"/>
              </a:rPr>
              <a:t>Feature</a:t>
            </a:r>
            <a:r>
              <a:rPr sz="3600" b="1" spc="-3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1" spc="-145" dirty="0">
                <a:solidFill>
                  <a:srgbClr val="FFFFFF"/>
                </a:solidFill>
                <a:latin typeface="Trebuchet MS"/>
                <a:cs typeface="Trebuchet MS"/>
              </a:rPr>
              <a:t>Proposal:</a:t>
            </a:r>
            <a:r>
              <a:rPr sz="3600" b="1" spc="-3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1" spc="-270" dirty="0">
                <a:solidFill>
                  <a:srgbClr val="FFFFFF"/>
                </a:solidFill>
                <a:latin typeface="Trebuchet MS"/>
                <a:cs typeface="Trebuchet MS"/>
              </a:rPr>
              <a:t>Tinder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20458" y="2361819"/>
            <a:ext cx="4732020" cy="10795"/>
          </a:xfrm>
          <a:custGeom>
            <a:avLst/>
            <a:gdLst/>
            <a:ahLst/>
            <a:cxnLst/>
            <a:rect l="l" t="t" r="r" b="b"/>
            <a:pathLst>
              <a:path w="4732020" h="10794">
                <a:moveTo>
                  <a:pt x="4732020" y="0"/>
                </a:moveTo>
                <a:lnTo>
                  <a:pt x="0" y="0"/>
                </a:lnTo>
                <a:lnTo>
                  <a:pt x="0" y="10667"/>
                </a:lnTo>
                <a:lnTo>
                  <a:pt x="4732020" y="10667"/>
                </a:lnTo>
                <a:lnTo>
                  <a:pt x="47320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85609" y="3090799"/>
            <a:ext cx="4603750" cy="172803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791210">
              <a:lnSpc>
                <a:spcPts val="2160"/>
              </a:lnSpc>
              <a:spcBef>
                <a:spcPts val="37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Enhancing</a:t>
            </a:r>
            <a:r>
              <a:rPr sz="20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Discovery</a:t>
            </a:r>
            <a:r>
              <a:rPr sz="20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Through </a:t>
            </a:r>
            <a:r>
              <a:rPr sz="2000" spc="-40" dirty="0">
                <a:solidFill>
                  <a:srgbClr val="FFFFFF"/>
                </a:solidFill>
                <a:latin typeface="Tahoma"/>
                <a:cs typeface="Tahoma"/>
              </a:rPr>
              <a:t>Proximity-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20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Grid</a:t>
            </a:r>
            <a:r>
              <a:rPr sz="20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View</a:t>
            </a:r>
            <a:endParaRPr sz="2000" dirty="0">
              <a:latin typeface="Tahoma"/>
              <a:cs typeface="Tahoma"/>
            </a:endParaRPr>
          </a:p>
          <a:p>
            <a:pPr marL="12700" marR="299720">
              <a:lnSpc>
                <a:spcPts val="2160"/>
              </a:lnSpc>
              <a:spcBef>
                <a:spcPts val="2160"/>
              </a:spcBef>
            </a:pP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Product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teardown</a:t>
            </a:r>
            <a:r>
              <a:rPr sz="20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Feature</a:t>
            </a:r>
            <a:r>
              <a:rPr sz="20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Proposal </a:t>
            </a:r>
            <a:r>
              <a:rPr sz="2000" spc="-5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20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srgbClr val="FFFFFF"/>
                </a:solidFill>
                <a:latin typeface="Tahoma"/>
                <a:cs typeface="Tahoma"/>
              </a:rPr>
              <a:t>Prakhar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Email:</a:t>
            </a:r>
            <a:r>
              <a:rPr lang="en-US" sz="2000" spc="-10" dirty="0">
                <a:solidFill>
                  <a:srgbClr val="FFFFFF"/>
                </a:solidFill>
                <a:latin typeface="Tahoma"/>
                <a:cs typeface="Tahoma"/>
              </a:rPr>
              <a:t> bprakhar01@gmail.com</a:t>
            </a:r>
            <a:endParaRPr sz="20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844613"/>
            <a:ext cx="6356350" cy="4789805"/>
            <a:chOff x="0" y="844613"/>
            <a:chExt cx="6356350" cy="4789805"/>
          </a:xfrm>
        </p:grpSpPr>
        <p:sp>
          <p:nvSpPr>
            <p:cNvPr id="9" name="object 9"/>
            <p:cNvSpPr/>
            <p:nvPr/>
          </p:nvSpPr>
          <p:spPr>
            <a:xfrm>
              <a:off x="1507997" y="1361338"/>
              <a:ext cx="4834255" cy="4258310"/>
            </a:xfrm>
            <a:custGeom>
              <a:avLst/>
              <a:gdLst/>
              <a:ahLst/>
              <a:cxnLst/>
              <a:rect l="l" t="t" r="r" b="b"/>
              <a:pathLst>
                <a:path w="4834255" h="4258310">
                  <a:moveTo>
                    <a:pt x="4833874" y="0"/>
                  </a:moveTo>
                  <a:lnTo>
                    <a:pt x="0" y="0"/>
                  </a:lnTo>
                  <a:lnTo>
                    <a:pt x="0" y="4258183"/>
                  </a:lnTo>
                  <a:lnTo>
                    <a:pt x="4833874" y="4258183"/>
                  </a:lnTo>
                  <a:lnTo>
                    <a:pt x="48338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07997" y="1361338"/>
              <a:ext cx="4834255" cy="4258310"/>
            </a:xfrm>
            <a:custGeom>
              <a:avLst/>
              <a:gdLst/>
              <a:ahLst/>
              <a:cxnLst/>
              <a:rect l="l" t="t" r="r" b="b"/>
              <a:pathLst>
                <a:path w="4834255" h="4258310">
                  <a:moveTo>
                    <a:pt x="0" y="4258183"/>
                  </a:moveTo>
                  <a:lnTo>
                    <a:pt x="4833874" y="4258183"/>
                  </a:lnTo>
                  <a:lnTo>
                    <a:pt x="4833874" y="0"/>
                  </a:lnTo>
                  <a:lnTo>
                    <a:pt x="0" y="0"/>
                  </a:lnTo>
                  <a:lnTo>
                    <a:pt x="0" y="4258183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07997" y="1361338"/>
              <a:ext cx="4834255" cy="4258310"/>
            </a:xfrm>
            <a:custGeom>
              <a:avLst/>
              <a:gdLst/>
              <a:ahLst/>
              <a:cxnLst/>
              <a:rect l="l" t="t" r="r" b="b"/>
              <a:pathLst>
                <a:path w="4834255" h="4258310">
                  <a:moveTo>
                    <a:pt x="4833874" y="0"/>
                  </a:moveTo>
                  <a:lnTo>
                    <a:pt x="0" y="0"/>
                  </a:lnTo>
                  <a:lnTo>
                    <a:pt x="0" y="4258183"/>
                  </a:lnTo>
                  <a:lnTo>
                    <a:pt x="4833874" y="4258183"/>
                  </a:lnTo>
                  <a:lnTo>
                    <a:pt x="4833874" y="0"/>
                  </a:lnTo>
                  <a:close/>
                </a:path>
              </a:pathLst>
            </a:custGeom>
            <a:solidFill>
              <a:srgbClr val="4EA72D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07997" y="1361338"/>
              <a:ext cx="4834255" cy="4258310"/>
            </a:xfrm>
            <a:custGeom>
              <a:avLst/>
              <a:gdLst/>
              <a:ahLst/>
              <a:cxnLst/>
              <a:rect l="l" t="t" r="r" b="b"/>
              <a:pathLst>
                <a:path w="4834255" h="4258310">
                  <a:moveTo>
                    <a:pt x="0" y="4258183"/>
                  </a:moveTo>
                  <a:lnTo>
                    <a:pt x="4833874" y="4258183"/>
                  </a:lnTo>
                  <a:lnTo>
                    <a:pt x="4833874" y="0"/>
                  </a:lnTo>
                  <a:lnTo>
                    <a:pt x="0" y="0"/>
                  </a:lnTo>
                  <a:lnTo>
                    <a:pt x="0" y="4258183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1580006"/>
              <a:ext cx="1861820" cy="717550"/>
            </a:xfrm>
            <a:custGeom>
              <a:avLst/>
              <a:gdLst/>
              <a:ahLst/>
              <a:cxnLst/>
              <a:rect l="l" t="t" r="r" b="b"/>
              <a:pathLst>
                <a:path w="1861820" h="717550">
                  <a:moveTo>
                    <a:pt x="1861820" y="688340"/>
                  </a:moveTo>
                  <a:lnTo>
                    <a:pt x="1613281" y="439801"/>
                  </a:lnTo>
                  <a:lnTo>
                    <a:pt x="1374521" y="678561"/>
                  </a:lnTo>
                  <a:lnTo>
                    <a:pt x="1135748" y="439801"/>
                  </a:lnTo>
                  <a:lnTo>
                    <a:pt x="896747" y="678561"/>
                  </a:lnTo>
                  <a:lnTo>
                    <a:pt x="657987" y="439801"/>
                  </a:lnTo>
                  <a:lnTo>
                    <a:pt x="419227" y="678561"/>
                  </a:lnTo>
                  <a:lnTo>
                    <a:pt x="180454" y="439801"/>
                  </a:lnTo>
                  <a:lnTo>
                    <a:pt x="0" y="620268"/>
                  </a:lnTo>
                  <a:lnTo>
                    <a:pt x="0" y="659257"/>
                  </a:lnTo>
                  <a:lnTo>
                    <a:pt x="180454" y="478790"/>
                  </a:lnTo>
                  <a:lnTo>
                    <a:pt x="419227" y="717550"/>
                  </a:lnTo>
                  <a:lnTo>
                    <a:pt x="657987" y="478790"/>
                  </a:lnTo>
                  <a:lnTo>
                    <a:pt x="896747" y="717550"/>
                  </a:lnTo>
                  <a:lnTo>
                    <a:pt x="1135748" y="478790"/>
                  </a:lnTo>
                  <a:lnTo>
                    <a:pt x="1374521" y="717550"/>
                  </a:lnTo>
                  <a:lnTo>
                    <a:pt x="1613281" y="478790"/>
                  </a:lnTo>
                  <a:lnTo>
                    <a:pt x="1842516" y="708025"/>
                  </a:lnTo>
                  <a:lnTo>
                    <a:pt x="1861820" y="688340"/>
                  </a:lnTo>
                  <a:close/>
                </a:path>
                <a:path w="1861820" h="717550">
                  <a:moveTo>
                    <a:pt x="1861820" y="248666"/>
                  </a:moveTo>
                  <a:lnTo>
                    <a:pt x="1613281" y="0"/>
                  </a:lnTo>
                  <a:lnTo>
                    <a:pt x="1374521" y="238760"/>
                  </a:lnTo>
                  <a:lnTo>
                    <a:pt x="1135748" y="0"/>
                  </a:lnTo>
                  <a:lnTo>
                    <a:pt x="896747" y="238760"/>
                  </a:lnTo>
                  <a:lnTo>
                    <a:pt x="657987" y="0"/>
                  </a:lnTo>
                  <a:lnTo>
                    <a:pt x="419227" y="238760"/>
                  </a:lnTo>
                  <a:lnTo>
                    <a:pt x="180454" y="0"/>
                  </a:lnTo>
                  <a:lnTo>
                    <a:pt x="0" y="180467"/>
                  </a:lnTo>
                  <a:lnTo>
                    <a:pt x="0" y="219329"/>
                  </a:lnTo>
                  <a:lnTo>
                    <a:pt x="180454" y="38989"/>
                  </a:lnTo>
                  <a:lnTo>
                    <a:pt x="419227" y="277749"/>
                  </a:lnTo>
                  <a:lnTo>
                    <a:pt x="657987" y="38989"/>
                  </a:lnTo>
                  <a:lnTo>
                    <a:pt x="896747" y="277749"/>
                  </a:lnTo>
                  <a:lnTo>
                    <a:pt x="1135748" y="38989"/>
                  </a:lnTo>
                  <a:lnTo>
                    <a:pt x="1374521" y="277749"/>
                  </a:lnTo>
                  <a:lnTo>
                    <a:pt x="1613281" y="38989"/>
                  </a:lnTo>
                  <a:lnTo>
                    <a:pt x="1842516" y="267970"/>
                  </a:lnTo>
                  <a:lnTo>
                    <a:pt x="1861820" y="2486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9441" y="1220723"/>
              <a:ext cx="4834255" cy="4258310"/>
            </a:xfrm>
            <a:custGeom>
              <a:avLst/>
              <a:gdLst/>
              <a:ahLst/>
              <a:cxnLst/>
              <a:rect l="l" t="t" r="r" b="b"/>
              <a:pathLst>
                <a:path w="4834255" h="4258310">
                  <a:moveTo>
                    <a:pt x="4833874" y="0"/>
                  </a:moveTo>
                  <a:lnTo>
                    <a:pt x="0" y="0"/>
                  </a:lnTo>
                  <a:lnTo>
                    <a:pt x="0" y="4258183"/>
                  </a:lnTo>
                  <a:lnTo>
                    <a:pt x="4833874" y="4258183"/>
                  </a:lnTo>
                  <a:lnTo>
                    <a:pt x="4833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69441" y="1220723"/>
              <a:ext cx="4834255" cy="4258310"/>
            </a:xfrm>
            <a:custGeom>
              <a:avLst/>
              <a:gdLst/>
              <a:ahLst/>
              <a:cxnLst/>
              <a:rect l="l" t="t" r="r" b="b"/>
              <a:pathLst>
                <a:path w="4834255" h="4258310">
                  <a:moveTo>
                    <a:pt x="0" y="4258183"/>
                  </a:moveTo>
                  <a:lnTo>
                    <a:pt x="4833874" y="4258183"/>
                  </a:lnTo>
                  <a:lnTo>
                    <a:pt x="4833874" y="0"/>
                  </a:lnTo>
                  <a:lnTo>
                    <a:pt x="0" y="0"/>
                  </a:lnTo>
                  <a:lnTo>
                    <a:pt x="0" y="4258183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7289" y="4357116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19" y="0"/>
                  </a:moveTo>
                  <a:lnTo>
                    <a:pt x="109430" y="8155"/>
                  </a:lnTo>
                  <a:lnTo>
                    <a:pt x="65502" y="30862"/>
                  </a:lnTo>
                  <a:lnTo>
                    <a:pt x="30866" y="65480"/>
                  </a:lnTo>
                  <a:lnTo>
                    <a:pt x="8155" y="109370"/>
                  </a:lnTo>
                  <a:lnTo>
                    <a:pt x="0" y="159892"/>
                  </a:lnTo>
                  <a:lnTo>
                    <a:pt x="8155" y="210477"/>
                  </a:lnTo>
                  <a:lnTo>
                    <a:pt x="30866" y="254405"/>
                  </a:lnTo>
                  <a:lnTo>
                    <a:pt x="65502" y="289042"/>
                  </a:lnTo>
                  <a:lnTo>
                    <a:pt x="109430" y="311756"/>
                  </a:lnTo>
                  <a:lnTo>
                    <a:pt x="160019" y="319912"/>
                  </a:lnTo>
                  <a:lnTo>
                    <a:pt x="210542" y="311756"/>
                  </a:lnTo>
                  <a:lnTo>
                    <a:pt x="254432" y="289042"/>
                  </a:lnTo>
                  <a:lnTo>
                    <a:pt x="289050" y="254405"/>
                  </a:lnTo>
                  <a:lnTo>
                    <a:pt x="311757" y="210477"/>
                  </a:lnTo>
                  <a:lnTo>
                    <a:pt x="319913" y="159892"/>
                  </a:lnTo>
                  <a:lnTo>
                    <a:pt x="311757" y="109370"/>
                  </a:lnTo>
                  <a:lnTo>
                    <a:pt x="289050" y="65480"/>
                  </a:lnTo>
                  <a:lnTo>
                    <a:pt x="254432" y="30862"/>
                  </a:lnTo>
                  <a:lnTo>
                    <a:pt x="210542" y="8155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7289" y="4357116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59892"/>
                  </a:moveTo>
                  <a:lnTo>
                    <a:pt x="8155" y="109370"/>
                  </a:lnTo>
                  <a:lnTo>
                    <a:pt x="30866" y="65480"/>
                  </a:lnTo>
                  <a:lnTo>
                    <a:pt x="65502" y="30862"/>
                  </a:lnTo>
                  <a:lnTo>
                    <a:pt x="109430" y="8155"/>
                  </a:lnTo>
                  <a:lnTo>
                    <a:pt x="160019" y="0"/>
                  </a:lnTo>
                  <a:lnTo>
                    <a:pt x="210542" y="8155"/>
                  </a:lnTo>
                  <a:lnTo>
                    <a:pt x="254432" y="30862"/>
                  </a:lnTo>
                  <a:lnTo>
                    <a:pt x="289050" y="65480"/>
                  </a:lnTo>
                  <a:lnTo>
                    <a:pt x="311757" y="109370"/>
                  </a:lnTo>
                  <a:lnTo>
                    <a:pt x="319913" y="159892"/>
                  </a:lnTo>
                  <a:lnTo>
                    <a:pt x="311757" y="210477"/>
                  </a:lnTo>
                  <a:lnTo>
                    <a:pt x="289050" y="254405"/>
                  </a:lnTo>
                  <a:lnTo>
                    <a:pt x="254432" y="289042"/>
                  </a:lnTo>
                  <a:lnTo>
                    <a:pt x="210542" y="311756"/>
                  </a:lnTo>
                  <a:lnTo>
                    <a:pt x="160019" y="319912"/>
                  </a:lnTo>
                  <a:lnTo>
                    <a:pt x="109430" y="311756"/>
                  </a:lnTo>
                  <a:lnTo>
                    <a:pt x="65502" y="289042"/>
                  </a:lnTo>
                  <a:lnTo>
                    <a:pt x="30866" y="254405"/>
                  </a:lnTo>
                  <a:lnTo>
                    <a:pt x="8155" y="210477"/>
                  </a:lnTo>
                  <a:lnTo>
                    <a:pt x="0" y="159892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7289" y="4357116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19" y="0"/>
                  </a:moveTo>
                  <a:lnTo>
                    <a:pt x="109430" y="8155"/>
                  </a:lnTo>
                  <a:lnTo>
                    <a:pt x="65502" y="30862"/>
                  </a:lnTo>
                  <a:lnTo>
                    <a:pt x="30866" y="65480"/>
                  </a:lnTo>
                  <a:lnTo>
                    <a:pt x="8155" y="109370"/>
                  </a:lnTo>
                  <a:lnTo>
                    <a:pt x="0" y="159892"/>
                  </a:lnTo>
                  <a:lnTo>
                    <a:pt x="8155" y="210477"/>
                  </a:lnTo>
                  <a:lnTo>
                    <a:pt x="30866" y="254405"/>
                  </a:lnTo>
                  <a:lnTo>
                    <a:pt x="65502" y="289042"/>
                  </a:lnTo>
                  <a:lnTo>
                    <a:pt x="109430" y="311756"/>
                  </a:lnTo>
                  <a:lnTo>
                    <a:pt x="160019" y="319912"/>
                  </a:lnTo>
                  <a:lnTo>
                    <a:pt x="210542" y="311756"/>
                  </a:lnTo>
                  <a:lnTo>
                    <a:pt x="254432" y="289042"/>
                  </a:lnTo>
                  <a:lnTo>
                    <a:pt x="289050" y="254405"/>
                  </a:lnTo>
                  <a:lnTo>
                    <a:pt x="311757" y="210477"/>
                  </a:lnTo>
                  <a:lnTo>
                    <a:pt x="319913" y="159892"/>
                  </a:lnTo>
                  <a:lnTo>
                    <a:pt x="311757" y="109370"/>
                  </a:lnTo>
                  <a:lnTo>
                    <a:pt x="289050" y="65480"/>
                  </a:lnTo>
                  <a:lnTo>
                    <a:pt x="254432" y="30862"/>
                  </a:lnTo>
                  <a:lnTo>
                    <a:pt x="210542" y="8155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4EA72D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77289" y="4357116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59892"/>
                  </a:moveTo>
                  <a:lnTo>
                    <a:pt x="8155" y="109370"/>
                  </a:lnTo>
                  <a:lnTo>
                    <a:pt x="30866" y="65480"/>
                  </a:lnTo>
                  <a:lnTo>
                    <a:pt x="65502" y="30862"/>
                  </a:lnTo>
                  <a:lnTo>
                    <a:pt x="109430" y="8155"/>
                  </a:lnTo>
                  <a:lnTo>
                    <a:pt x="160019" y="0"/>
                  </a:lnTo>
                  <a:lnTo>
                    <a:pt x="210542" y="8155"/>
                  </a:lnTo>
                  <a:lnTo>
                    <a:pt x="254432" y="30862"/>
                  </a:lnTo>
                  <a:lnTo>
                    <a:pt x="289050" y="65480"/>
                  </a:lnTo>
                  <a:lnTo>
                    <a:pt x="311757" y="109370"/>
                  </a:lnTo>
                  <a:lnTo>
                    <a:pt x="319913" y="159892"/>
                  </a:lnTo>
                  <a:lnTo>
                    <a:pt x="311757" y="210477"/>
                  </a:lnTo>
                  <a:lnTo>
                    <a:pt x="289050" y="254405"/>
                  </a:lnTo>
                  <a:lnTo>
                    <a:pt x="254432" y="289042"/>
                  </a:lnTo>
                  <a:lnTo>
                    <a:pt x="210542" y="311756"/>
                  </a:lnTo>
                  <a:lnTo>
                    <a:pt x="160019" y="319912"/>
                  </a:lnTo>
                  <a:lnTo>
                    <a:pt x="109430" y="311756"/>
                  </a:lnTo>
                  <a:lnTo>
                    <a:pt x="65502" y="289042"/>
                  </a:lnTo>
                  <a:lnTo>
                    <a:pt x="30866" y="254405"/>
                  </a:lnTo>
                  <a:lnTo>
                    <a:pt x="8155" y="210477"/>
                  </a:lnTo>
                  <a:lnTo>
                    <a:pt x="0" y="159892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1339" y="1509775"/>
              <a:ext cx="3910203" cy="368020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211953" y="858900"/>
              <a:ext cx="693420" cy="693420"/>
            </a:xfrm>
            <a:custGeom>
              <a:avLst/>
              <a:gdLst/>
              <a:ahLst/>
              <a:cxnLst/>
              <a:rect l="l" t="t" r="r" b="b"/>
              <a:pathLst>
                <a:path w="693420" h="693419">
                  <a:moveTo>
                    <a:pt x="346710" y="0"/>
                  </a:moveTo>
                  <a:lnTo>
                    <a:pt x="299656" y="3166"/>
                  </a:lnTo>
                  <a:lnTo>
                    <a:pt x="254529" y="12391"/>
                  </a:lnTo>
                  <a:lnTo>
                    <a:pt x="211740" y="27259"/>
                  </a:lnTo>
                  <a:lnTo>
                    <a:pt x="171704" y="47356"/>
                  </a:lnTo>
                  <a:lnTo>
                    <a:pt x="134831" y="72269"/>
                  </a:lnTo>
                  <a:lnTo>
                    <a:pt x="101536" y="101584"/>
                  </a:lnTo>
                  <a:lnTo>
                    <a:pt x="72231" y="134885"/>
                  </a:lnTo>
                  <a:lnTo>
                    <a:pt x="47328" y="171760"/>
                  </a:lnTo>
                  <a:lnTo>
                    <a:pt x="27241" y="211794"/>
                  </a:lnTo>
                  <a:lnTo>
                    <a:pt x="12382" y="254573"/>
                  </a:lnTo>
                  <a:lnTo>
                    <a:pt x="3164" y="299683"/>
                  </a:lnTo>
                  <a:lnTo>
                    <a:pt x="0" y="346710"/>
                  </a:lnTo>
                  <a:lnTo>
                    <a:pt x="3079" y="392497"/>
                  </a:lnTo>
                  <a:lnTo>
                    <a:pt x="12382" y="438890"/>
                  </a:lnTo>
                  <a:lnTo>
                    <a:pt x="27241" y="481679"/>
                  </a:lnTo>
                  <a:lnTo>
                    <a:pt x="47328" y="521716"/>
                  </a:lnTo>
                  <a:lnTo>
                    <a:pt x="72231" y="558588"/>
                  </a:lnTo>
                  <a:lnTo>
                    <a:pt x="101536" y="591883"/>
                  </a:lnTo>
                  <a:lnTo>
                    <a:pt x="134831" y="621188"/>
                  </a:lnTo>
                  <a:lnTo>
                    <a:pt x="171704" y="646091"/>
                  </a:lnTo>
                  <a:lnTo>
                    <a:pt x="211740" y="666178"/>
                  </a:lnTo>
                  <a:lnTo>
                    <a:pt x="254529" y="681037"/>
                  </a:lnTo>
                  <a:lnTo>
                    <a:pt x="299656" y="690255"/>
                  </a:lnTo>
                  <a:lnTo>
                    <a:pt x="346710" y="693420"/>
                  </a:lnTo>
                  <a:lnTo>
                    <a:pt x="393763" y="690255"/>
                  </a:lnTo>
                  <a:lnTo>
                    <a:pt x="438890" y="681037"/>
                  </a:lnTo>
                  <a:lnTo>
                    <a:pt x="481679" y="666178"/>
                  </a:lnTo>
                  <a:lnTo>
                    <a:pt x="521715" y="646091"/>
                  </a:lnTo>
                  <a:lnTo>
                    <a:pt x="558588" y="621188"/>
                  </a:lnTo>
                  <a:lnTo>
                    <a:pt x="591883" y="591883"/>
                  </a:lnTo>
                  <a:lnTo>
                    <a:pt x="607700" y="573913"/>
                  </a:lnTo>
                  <a:lnTo>
                    <a:pt x="346710" y="573913"/>
                  </a:lnTo>
                  <a:lnTo>
                    <a:pt x="300922" y="569296"/>
                  </a:lnTo>
                  <a:lnTo>
                    <a:pt x="258274" y="556057"/>
                  </a:lnTo>
                  <a:lnTo>
                    <a:pt x="219680" y="535109"/>
                  </a:lnTo>
                  <a:lnTo>
                    <a:pt x="186055" y="507364"/>
                  </a:lnTo>
                  <a:lnTo>
                    <a:pt x="158310" y="473739"/>
                  </a:lnTo>
                  <a:lnTo>
                    <a:pt x="137362" y="435145"/>
                  </a:lnTo>
                  <a:lnTo>
                    <a:pt x="124123" y="392497"/>
                  </a:lnTo>
                  <a:lnTo>
                    <a:pt x="119507" y="346710"/>
                  </a:lnTo>
                  <a:lnTo>
                    <a:pt x="124123" y="300927"/>
                  </a:lnTo>
                  <a:lnTo>
                    <a:pt x="137362" y="258294"/>
                  </a:lnTo>
                  <a:lnTo>
                    <a:pt x="158310" y="219720"/>
                  </a:lnTo>
                  <a:lnTo>
                    <a:pt x="186055" y="186118"/>
                  </a:lnTo>
                  <a:lnTo>
                    <a:pt x="219680" y="158397"/>
                  </a:lnTo>
                  <a:lnTo>
                    <a:pt x="258274" y="137469"/>
                  </a:lnTo>
                  <a:lnTo>
                    <a:pt x="300922" y="124244"/>
                  </a:lnTo>
                  <a:lnTo>
                    <a:pt x="346710" y="119634"/>
                  </a:lnTo>
                  <a:lnTo>
                    <a:pt x="607767" y="119634"/>
                  </a:lnTo>
                  <a:lnTo>
                    <a:pt x="591883" y="101584"/>
                  </a:lnTo>
                  <a:lnTo>
                    <a:pt x="558588" y="72269"/>
                  </a:lnTo>
                  <a:lnTo>
                    <a:pt x="521716" y="47356"/>
                  </a:lnTo>
                  <a:lnTo>
                    <a:pt x="481679" y="27259"/>
                  </a:lnTo>
                  <a:lnTo>
                    <a:pt x="438890" y="12391"/>
                  </a:lnTo>
                  <a:lnTo>
                    <a:pt x="393763" y="3166"/>
                  </a:lnTo>
                  <a:lnTo>
                    <a:pt x="346710" y="0"/>
                  </a:lnTo>
                  <a:close/>
                </a:path>
                <a:path w="693420" h="693419">
                  <a:moveTo>
                    <a:pt x="607767" y="119634"/>
                  </a:moveTo>
                  <a:lnTo>
                    <a:pt x="346710" y="119634"/>
                  </a:lnTo>
                  <a:lnTo>
                    <a:pt x="392497" y="124244"/>
                  </a:lnTo>
                  <a:lnTo>
                    <a:pt x="435145" y="137469"/>
                  </a:lnTo>
                  <a:lnTo>
                    <a:pt x="473739" y="158397"/>
                  </a:lnTo>
                  <a:lnTo>
                    <a:pt x="507364" y="186118"/>
                  </a:lnTo>
                  <a:lnTo>
                    <a:pt x="535109" y="219720"/>
                  </a:lnTo>
                  <a:lnTo>
                    <a:pt x="556057" y="258294"/>
                  </a:lnTo>
                  <a:lnTo>
                    <a:pt x="569296" y="300927"/>
                  </a:lnTo>
                  <a:lnTo>
                    <a:pt x="573913" y="346710"/>
                  </a:lnTo>
                  <a:lnTo>
                    <a:pt x="569296" y="392497"/>
                  </a:lnTo>
                  <a:lnTo>
                    <a:pt x="556057" y="435145"/>
                  </a:lnTo>
                  <a:lnTo>
                    <a:pt x="535109" y="473739"/>
                  </a:lnTo>
                  <a:lnTo>
                    <a:pt x="507364" y="507364"/>
                  </a:lnTo>
                  <a:lnTo>
                    <a:pt x="473739" y="535109"/>
                  </a:lnTo>
                  <a:lnTo>
                    <a:pt x="435145" y="556057"/>
                  </a:lnTo>
                  <a:lnTo>
                    <a:pt x="392497" y="569296"/>
                  </a:lnTo>
                  <a:lnTo>
                    <a:pt x="346710" y="573913"/>
                  </a:lnTo>
                  <a:lnTo>
                    <a:pt x="607700" y="573913"/>
                  </a:lnTo>
                  <a:lnTo>
                    <a:pt x="646091" y="521716"/>
                  </a:lnTo>
                  <a:lnTo>
                    <a:pt x="666178" y="481679"/>
                  </a:lnTo>
                  <a:lnTo>
                    <a:pt x="681037" y="438890"/>
                  </a:lnTo>
                  <a:lnTo>
                    <a:pt x="690255" y="393763"/>
                  </a:lnTo>
                  <a:lnTo>
                    <a:pt x="693420" y="346710"/>
                  </a:lnTo>
                  <a:lnTo>
                    <a:pt x="690339" y="300927"/>
                  </a:lnTo>
                  <a:lnTo>
                    <a:pt x="681037" y="254573"/>
                  </a:lnTo>
                  <a:lnTo>
                    <a:pt x="666178" y="211794"/>
                  </a:lnTo>
                  <a:lnTo>
                    <a:pt x="646091" y="171760"/>
                  </a:lnTo>
                  <a:lnTo>
                    <a:pt x="621188" y="134885"/>
                  </a:lnTo>
                  <a:lnTo>
                    <a:pt x="607767" y="119634"/>
                  </a:lnTo>
                  <a:close/>
                </a:path>
              </a:pathLst>
            </a:custGeom>
            <a:solidFill>
              <a:srgbClr val="F000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11953" y="858900"/>
              <a:ext cx="693420" cy="693420"/>
            </a:xfrm>
            <a:custGeom>
              <a:avLst/>
              <a:gdLst/>
              <a:ahLst/>
              <a:cxnLst/>
              <a:rect l="l" t="t" r="r" b="b"/>
              <a:pathLst>
                <a:path w="693420" h="693419">
                  <a:moveTo>
                    <a:pt x="346710" y="0"/>
                  </a:moveTo>
                  <a:lnTo>
                    <a:pt x="299656" y="3166"/>
                  </a:lnTo>
                  <a:lnTo>
                    <a:pt x="254529" y="12391"/>
                  </a:lnTo>
                  <a:lnTo>
                    <a:pt x="211740" y="27259"/>
                  </a:lnTo>
                  <a:lnTo>
                    <a:pt x="171704" y="47356"/>
                  </a:lnTo>
                  <a:lnTo>
                    <a:pt x="134831" y="72269"/>
                  </a:lnTo>
                  <a:lnTo>
                    <a:pt x="101536" y="101584"/>
                  </a:lnTo>
                  <a:lnTo>
                    <a:pt x="72231" y="134885"/>
                  </a:lnTo>
                  <a:lnTo>
                    <a:pt x="47328" y="171760"/>
                  </a:lnTo>
                  <a:lnTo>
                    <a:pt x="27241" y="211794"/>
                  </a:lnTo>
                  <a:lnTo>
                    <a:pt x="12382" y="254573"/>
                  </a:lnTo>
                  <a:lnTo>
                    <a:pt x="3164" y="299683"/>
                  </a:lnTo>
                  <a:lnTo>
                    <a:pt x="0" y="346710"/>
                  </a:lnTo>
                  <a:lnTo>
                    <a:pt x="3164" y="393763"/>
                  </a:lnTo>
                  <a:lnTo>
                    <a:pt x="12382" y="438890"/>
                  </a:lnTo>
                  <a:lnTo>
                    <a:pt x="27241" y="481679"/>
                  </a:lnTo>
                  <a:lnTo>
                    <a:pt x="47328" y="521715"/>
                  </a:lnTo>
                  <a:lnTo>
                    <a:pt x="72231" y="558588"/>
                  </a:lnTo>
                  <a:lnTo>
                    <a:pt x="101536" y="591883"/>
                  </a:lnTo>
                  <a:lnTo>
                    <a:pt x="134831" y="621188"/>
                  </a:lnTo>
                  <a:lnTo>
                    <a:pt x="171703" y="646091"/>
                  </a:lnTo>
                  <a:lnTo>
                    <a:pt x="211740" y="666178"/>
                  </a:lnTo>
                  <a:lnTo>
                    <a:pt x="254529" y="681037"/>
                  </a:lnTo>
                  <a:lnTo>
                    <a:pt x="299656" y="690255"/>
                  </a:lnTo>
                  <a:lnTo>
                    <a:pt x="346710" y="693420"/>
                  </a:lnTo>
                  <a:lnTo>
                    <a:pt x="393763" y="690255"/>
                  </a:lnTo>
                  <a:lnTo>
                    <a:pt x="438890" y="681037"/>
                  </a:lnTo>
                  <a:lnTo>
                    <a:pt x="481679" y="666178"/>
                  </a:lnTo>
                  <a:lnTo>
                    <a:pt x="521715" y="646091"/>
                  </a:lnTo>
                  <a:lnTo>
                    <a:pt x="558588" y="621188"/>
                  </a:lnTo>
                  <a:lnTo>
                    <a:pt x="591883" y="591883"/>
                  </a:lnTo>
                  <a:lnTo>
                    <a:pt x="621188" y="558588"/>
                  </a:lnTo>
                  <a:lnTo>
                    <a:pt x="646091" y="521716"/>
                  </a:lnTo>
                  <a:lnTo>
                    <a:pt x="666178" y="481679"/>
                  </a:lnTo>
                  <a:lnTo>
                    <a:pt x="681037" y="438890"/>
                  </a:lnTo>
                  <a:lnTo>
                    <a:pt x="690255" y="393763"/>
                  </a:lnTo>
                  <a:lnTo>
                    <a:pt x="693420" y="346710"/>
                  </a:lnTo>
                  <a:lnTo>
                    <a:pt x="690255" y="299683"/>
                  </a:lnTo>
                  <a:lnTo>
                    <a:pt x="681037" y="254573"/>
                  </a:lnTo>
                  <a:lnTo>
                    <a:pt x="666178" y="211794"/>
                  </a:lnTo>
                  <a:lnTo>
                    <a:pt x="646091" y="171760"/>
                  </a:lnTo>
                  <a:lnTo>
                    <a:pt x="621188" y="134885"/>
                  </a:lnTo>
                  <a:lnTo>
                    <a:pt x="591883" y="101584"/>
                  </a:lnTo>
                  <a:lnTo>
                    <a:pt x="558588" y="72269"/>
                  </a:lnTo>
                  <a:lnTo>
                    <a:pt x="521716" y="47356"/>
                  </a:lnTo>
                  <a:lnTo>
                    <a:pt x="481679" y="27259"/>
                  </a:lnTo>
                  <a:lnTo>
                    <a:pt x="438890" y="12391"/>
                  </a:lnTo>
                  <a:lnTo>
                    <a:pt x="393763" y="3166"/>
                  </a:lnTo>
                  <a:lnTo>
                    <a:pt x="346710" y="0"/>
                  </a:lnTo>
                  <a:close/>
                </a:path>
                <a:path w="693420" h="693419">
                  <a:moveTo>
                    <a:pt x="346710" y="573913"/>
                  </a:moveTo>
                  <a:lnTo>
                    <a:pt x="300922" y="569296"/>
                  </a:lnTo>
                  <a:lnTo>
                    <a:pt x="258274" y="556057"/>
                  </a:lnTo>
                  <a:lnTo>
                    <a:pt x="219680" y="535109"/>
                  </a:lnTo>
                  <a:lnTo>
                    <a:pt x="186055" y="507364"/>
                  </a:lnTo>
                  <a:lnTo>
                    <a:pt x="158310" y="473739"/>
                  </a:lnTo>
                  <a:lnTo>
                    <a:pt x="137362" y="435145"/>
                  </a:lnTo>
                  <a:lnTo>
                    <a:pt x="124123" y="392497"/>
                  </a:lnTo>
                  <a:lnTo>
                    <a:pt x="119507" y="346710"/>
                  </a:lnTo>
                  <a:lnTo>
                    <a:pt x="124123" y="300927"/>
                  </a:lnTo>
                  <a:lnTo>
                    <a:pt x="137362" y="258294"/>
                  </a:lnTo>
                  <a:lnTo>
                    <a:pt x="158310" y="219720"/>
                  </a:lnTo>
                  <a:lnTo>
                    <a:pt x="186055" y="186118"/>
                  </a:lnTo>
                  <a:lnTo>
                    <a:pt x="219680" y="158397"/>
                  </a:lnTo>
                  <a:lnTo>
                    <a:pt x="258274" y="137469"/>
                  </a:lnTo>
                  <a:lnTo>
                    <a:pt x="300922" y="124244"/>
                  </a:lnTo>
                  <a:lnTo>
                    <a:pt x="346710" y="119634"/>
                  </a:lnTo>
                  <a:lnTo>
                    <a:pt x="392497" y="124244"/>
                  </a:lnTo>
                  <a:lnTo>
                    <a:pt x="435145" y="137469"/>
                  </a:lnTo>
                  <a:lnTo>
                    <a:pt x="473739" y="158397"/>
                  </a:lnTo>
                  <a:lnTo>
                    <a:pt x="507364" y="186118"/>
                  </a:lnTo>
                  <a:lnTo>
                    <a:pt x="535109" y="219720"/>
                  </a:lnTo>
                  <a:lnTo>
                    <a:pt x="556057" y="258294"/>
                  </a:lnTo>
                  <a:lnTo>
                    <a:pt x="569296" y="300927"/>
                  </a:lnTo>
                  <a:lnTo>
                    <a:pt x="573913" y="346710"/>
                  </a:lnTo>
                  <a:lnTo>
                    <a:pt x="569296" y="392497"/>
                  </a:lnTo>
                  <a:lnTo>
                    <a:pt x="556057" y="435145"/>
                  </a:lnTo>
                  <a:lnTo>
                    <a:pt x="535109" y="473739"/>
                  </a:lnTo>
                  <a:lnTo>
                    <a:pt x="507364" y="507364"/>
                  </a:lnTo>
                  <a:lnTo>
                    <a:pt x="473739" y="535109"/>
                  </a:lnTo>
                  <a:lnTo>
                    <a:pt x="435145" y="556057"/>
                  </a:lnTo>
                  <a:lnTo>
                    <a:pt x="392497" y="569296"/>
                  </a:lnTo>
                  <a:lnTo>
                    <a:pt x="346710" y="573913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11953" y="858900"/>
              <a:ext cx="693420" cy="693420"/>
            </a:xfrm>
            <a:custGeom>
              <a:avLst/>
              <a:gdLst/>
              <a:ahLst/>
              <a:cxnLst/>
              <a:rect l="l" t="t" r="r" b="b"/>
              <a:pathLst>
                <a:path w="693420" h="693419">
                  <a:moveTo>
                    <a:pt x="346710" y="0"/>
                  </a:moveTo>
                  <a:lnTo>
                    <a:pt x="299656" y="3166"/>
                  </a:lnTo>
                  <a:lnTo>
                    <a:pt x="254529" y="12391"/>
                  </a:lnTo>
                  <a:lnTo>
                    <a:pt x="211740" y="27259"/>
                  </a:lnTo>
                  <a:lnTo>
                    <a:pt x="171704" y="47356"/>
                  </a:lnTo>
                  <a:lnTo>
                    <a:pt x="134831" y="72269"/>
                  </a:lnTo>
                  <a:lnTo>
                    <a:pt x="101536" y="101584"/>
                  </a:lnTo>
                  <a:lnTo>
                    <a:pt x="72231" y="134885"/>
                  </a:lnTo>
                  <a:lnTo>
                    <a:pt x="47328" y="171760"/>
                  </a:lnTo>
                  <a:lnTo>
                    <a:pt x="27241" y="211794"/>
                  </a:lnTo>
                  <a:lnTo>
                    <a:pt x="12382" y="254573"/>
                  </a:lnTo>
                  <a:lnTo>
                    <a:pt x="3164" y="299683"/>
                  </a:lnTo>
                  <a:lnTo>
                    <a:pt x="0" y="346710"/>
                  </a:lnTo>
                  <a:lnTo>
                    <a:pt x="3079" y="392497"/>
                  </a:lnTo>
                  <a:lnTo>
                    <a:pt x="12382" y="438890"/>
                  </a:lnTo>
                  <a:lnTo>
                    <a:pt x="27241" y="481679"/>
                  </a:lnTo>
                  <a:lnTo>
                    <a:pt x="47328" y="521716"/>
                  </a:lnTo>
                  <a:lnTo>
                    <a:pt x="72231" y="558588"/>
                  </a:lnTo>
                  <a:lnTo>
                    <a:pt x="101536" y="591883"/>
                  </a:lnTo>
                  <a:lnTo>
                    <a:pt x="134831" y="621188"/>
                  </a:lnTo>
                  <a:lnTo>
                    <a:pt x="171704" y="646091"/>
                  </a:lnTo>
                  <a:lnTo>
                    <a:pt x="211740" y="666178"/>
                  </a:lnTo>
                  <a:lnTo>
                    <a:pt x="254529" y="681037"/>
                  </a:lnTo>
                  <a:lnTo>
                    <a:pt x="299656" y="690255"/>
                  </a:lnTo>
                  <a:lnTo>
                    <a:pt x="346710" y="693420"/>
                  </a:lnTo>
                  <a:lnTo>
                    <a:pt x="393763" y="690255"/>
                  </a:lnTo>
                  <a:lnTo>
                    <a:pt x="438890" y="681037"/>
                  </a:lnTo>
                  <a:lnTo>
                    <a:pt x="481679" y="666178"/>
                  </a:lnTo>
                  <a:lnTo>
                    <a:pt x="521715" y="646091"/>
                  </a:lnTo>
                  <a:lnTo>
                    <a:pt x="558588" y="621188"/>
                  </a:lnTo>
                  <a:lnTo>
                    <a:pt x="591883" y="591883"/>
                  </a:lnTo>
                  <a:lnTo>
                    <a:pt x="607700" y="573913"/>
                  </a:lnTo>
                  <a:lnTo>
                    <a:pt x="346710" y="573913"/>
                  </a:lnTo>
                  <a:lnTo>
                    <a:pt x="300922" y="569296"/>
                  </a:lnTo>
                  <a:lnTo>
                    <a:pt x="258274" y="556057"/>
                  </a:lnTo>
                  <a:lnTo>
                    <a:pt x="219680" y="535109"/>
                  </a:lnTo>
                  <a:lnTo>
                    <a:pt x="186055" y="507364"/>
                  </a:lnTo>
                  <a:lnTo>
                    <a:pt x="158310" y="473739"/>
                  </a:lnTo>
                  <a:lnTo>
                    <a:pt x="137362" y="435145"/>
                  </a:lnTo>
                  <a:lnTo>
                    <a:pt x="124123" y="392497"/>
                  </a:lnTo>
                  <a:lnTo>
                    <a:pt x="119507" y="346710"/>
                  </a:lnTo>
                  <a:lnTo>
                    <a:pt x="124123" y="300927"/>
                  </a:lnTo>
                  <a:lnTo>
                    <a:pt x="137362" y="258294"/>
                  </a:lnTo>
                  <a:lnTo>
                    <a:pt x="158310" y="219720"/>
                  </a:lnTo>
                  <a:lnTo>
                    <a:pt x="186055" y="186118"/>
                  </a:lnTo>
                  <a:lnTo>
                    <a:pt x="219680" y="158397"/>
                  </a:lnTo>
                  <a:lnTo>
                    <a:pt x="258274" y="137469"/>
                  </a:lnTo>
                  <a:lnTo>
                    <a:pt x="300922" y="124244"/>
                  </a:lnTo>
                  <a:lnTo>
                    <a:pt x="346710" y="119634"/>
                  </a:lnTo>
                  <a:lnTo>
                    <a:pt x="607767" y="119634"/>
                  </a:lnTo>
                  <a:lnTo>
                    <a:pt x="591883" y="101584"/>
                  </a:lnTo>
                  <a:lnTo>
                    <a:pt x="558588" y="72269"/>
                  </a:lnTo>
                  <a:lnTo>
                    <a:pt x="521716" y="47356"/>
                  </a:lnTo>
                  <a:lnTo>
                    <a:pt x="481679" y="27259"/>
                  </a:lnTo>
                  <a:lnTo>
                    <a:pt x="438890" y="12391"/>
                  </a:lnTo>
                  <a:lnTo>
                    <a:pt x="393763" y="3166"/>
                  </a:lnTo>
                  <a:lnTo>
                    <a:pt x="346710" y="0"/>
                  </a:lnTo>
                  <a:close/>
                </a:path>
                <a:path w="693420" h="693419">
                  <a:moveTo>
                    <a:pt x="607767" y="119634"/>
                  </a:moveTo>
                  <a:lnTo>
                    <a:pt x="346710" y="119634"/>
                  </a:lnTo>
                  <a:lnTo>
                    <a:pt x="392497" y="124244"/>
                  </a:lnTo>
                  <a:lnTo>
                    <a:pt x="435145" y="137469"/>
                  </a:lnTo>
                  <a:lnTo>
                    <a:pt x="473739" y="158397"/>
                  </a:lnTo>
                  <a:lnTo>
                    <a:pt x="507364" y="186118"/>
                  </a:lnTo>
                  <a:lnTo>
                    <a:pt x="535109" y="219720"/>
                  </a:lnTo>
                  <a:lnTo>
                    <a:pt x="556057" y="258294"/>
                  </a:lnTo>
                  <a:lnTo>
                    <a:pt x="569296" y="300927"/>
                  </a:lnTo>
                  <a:lnTo>
                    <a:pt x="573913" y="346710"/>
                  </a:lnTo>
                  <a:lnTo>
                    <a:pt x="569296" y="392497"/>
                  </a:lnTo>
                  <a:lnTo>
                    <a:pt x="556057" y="435145"/>
                  </a:lnTo>
                  <a:lnTo>
                    <a:pt x="535109" y="473739"/>
                  </a:lnTo>
                  <a:lnTo>
                    <a:pt x="507364" y="507364"/>
                  </a:lnTo>
                  <a:lnTo>
                    <a:pt x="473739" y="535109"/>
                  </a:lnTo>
                  <a:lnTo>
                    <a:pt x="435145" y="556057"/>
                  </a:lnTo>
                  <a:lnTo>
                    <a:pt x="392497" y="569296"/>
                  </a:lnTo>
                  <a:lnTo>
                    <a:pt x="346710" y="573913"/>
                  </a:lnTo>
                  <a:lnTo>
                    <a:pt x="607700" y="573913"/>
                  </a:lnTo>
                  <a:lnTo>
                    <a:pt x="646091" y="521716"/>
                  </a:lnTo>
                  <a:lnTo>
                    <a:pt x="666178" y="481679"/>
                  </a:lnTo>
                  <a:lnTo>
                    <a:pt x="681037" y="438890"/>
                  </a:lnTo>
                  <a:lnTo>
                    <a:pt x="690255" y="393763"/>
                  </a:lnTo>
                  <a:lnTo>
                    <a:pt x="693420" y="346710"/>
                  </a:lnTo>
                  <a:lnTo>
                    <a:pt x="690339" y="300927"/>
                  </a:lnTo>
                  <a:lnTo>
                    <a:pt x="681037" y="254573"/>
                  </a:lnTo>
                  <a:lnTo>
                    <a:pt x="666178" y="211794"/>
                  </a:lnTo>
                  <a:lnTo>
                    <a:pt x="646091" y="171760"/>
                  </a:lnTo>
                  <a:lnTo>
                    <a:pt x="621188" y="134885"/>
                  </a:lnTo>
                  <a:lnTo>
                    <a:pt x="607767" y="119634"/>
                  </a:lnTo>
                  <a:close/>
                </a:path>
              </a:pathLst>
            </a:custGeom>
            <a:solidFill>
              <a:srgbClr val="F00053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11953" y="858900"/>
              <a:ext cx="693420" cy="693420"/>
            </a:xfrm>
            <a:custGeom>
              <a:avLst/>
              <a:gdLst/>
              <a:ahLst/>
              <a:cxnLst/>
              <a:rect l="l" t="t" r="r" b="b"/>
              <a:pathLst>
                <a:path w="693420" h="693419">
                  <a:moveTo>
                    <a:pt x="346710" y="0"/>
                  </a:moveTo>
                  <a:lnTo>
                    <a:pt x="299656" y="3166"/>
                  </a:lnTo>
                  <a:lnTo>
                    <a:pt x="254529" y="12391"/>
                  </a:lnTo>
                  <a:lnTo>
                    <a:pt x="211740" y="27259"/>
                  </a:lnTo>
                  <a:lnTo>
                    <a:pt x="171704" y="47356"/>
                  </a:lnTo>
                  <a:lnTo>
                    <a:pt x="134831" y="72269"/>
                  </a:lnTo>
                  <a:lnTo>
                    <a:pt x="101536" y="101584"/>
                  </a:lnTo>
                  <a:lnTo>
                    <a:pt x="72231" y="134885"/>
                  </a:lnTo>
                  <a:lnTo>
                    <a:pt x="47328" y="171760"/>
                  </a:lnTo>
                  <a:lnTo>
                    <a:pt x="27241" y="211794"/>
                  </a:lnTo>
                  <a:lnTo>
                    <a:pt x="12382" y="254573"/>
                  </a:lnTo>
                  <a:lnTo>
                    <a:pt x="3164" y="299683"/>
                  </a:lnTo>
                  <a:lnTo>
                    <a:pt x="0" y="346710"/>
                  </a:lnTo>
                  <a:lnTo>
                    <a:pt x="3164" y="393763"/>
                  </a:lnTo>
                  <a:lnTo>
                    <a:pt x="12382" y="438890"/>
                  </a:lnTo>
                  <a:lnTo>
                    <a:pt x="27241" y="481679"/>
                  </a:lnTo>
                  <a:lnTo>
                    <a:pt x="47328" y="521715"/>
                  </a:lnTo>
                  <a:lnTo>
                    <a:pt x="72231" y="558588"/>
                  </a:lnTo>
                  <a:lnTo>
                    <a:pt x="101536" y="591883"/>
                  </a:lnTo>
                  <a:lnTo>
                    <a:pt x="134831" y="621188"/>
                  </a:lnTo>
                  <a:lnTo>
                    <a:pt x="171703" y="646091"/>
                  </a:lnTo>
                  <a:lnTo>
                    <a:pt x="211740" y="666178"/>
                  </a:lnTo>
                  <a:lnTo>
                    <a:pt x="254529" y="681037"/>
                  </a:lnTo>
                  <a:lnTo>
                    <a:pt x="299656" y="690255"/>
                  </a:lnTo>
                  <a:lnTo>
                    <a:pt x="346710" y="693420"/>
                  </a:lnTo>
                  <a:lnTo>
                    <a:pt x="393763" y="690255"/>
                  </a:lnTo>
                  <a:lnTo>
                    <a:pt x="438890" y="681037"/>
                  </a:lnTo>
                  <a:lnTo>
                    <a:pt x="481679" y="666178"/>
                  </a:lnTo>
                  <a:lnTo>
                    <a:pt x="521715" y="646091"/>
                  </a:lnTo>
                  <a:lnTo>
                    <a:pt x="558588" y="621188"/>
                  </a:lnTo>
                  <a:lnTo>
                    <a:pt x="591883" y="591883"/>
                  </a:lnTo>
                  <a:lnTo>
                    <a:pt x="621188" y="558588"/>
                  </a:lnTo>
                  <a:lnTo>
                    <a:pt x="646091" y="521716"/>
                  </a:lnTo>
                  <a:lnTo>
                    <a:pt x="666178" y="481679"/>
                  </a:lnTo>
                  <a:lnTo>
                    <a:pt x="681037" y="438890"/>
                  </a:lnTo>
                  <a:lnTo>
                    <a:pt x="690255" y="393763"/>
                  </a:lnTo>
                  <a:lnTo>
                    <a:pt x="693420" y="346710"/>
                  </a:lnTo>
                  <a:lnTo>
                    <a:pt x="690255" y="299683"/>
                  </a:lnTo>
                  <a:lnTo>
                    <a:pt x="681037" y="254573"/>
                  </a:lnTo>
                  <a:lnTo>
                    <a:pt x="666178" y="211794"/>
                  </a:lnTo>
                  <a:lnTo>
                    <a:pt x="646091" y="171760"/>
                  </a:lnTo>
                  <a:lnTo>
                    <a:pt x="621188" y="134885"/>
                  </a:lnTo>
                  <a:lnTo>
                    <a:pt x="591883" y="101584"/>
                  </a:lnTo>
                  <a:lnTo>
                    <a:pt x="558588" y="72269"/>
                  </a:lnTo>
                  <a:lnTo>
                    <a:pt x="521716" y="47356"/>
                  </a:lnTo>
                  <a:lnTo>
                    <a:pt x="481679" y="27259"/>
                  </a:lnTo>
                  <a:lnTo>
                    <a:pt x="438890" y="12391"/>
                  </a:lnTo>
                  <a:lnTo>
                    <a:pt x="393763" y="3166"/>
                  </a:lnTo>
                  <a:lnTo>
                    <a:pt x="346710" y="0"/>
                  </a:lnTo>
                  <a:close/>
                </a:path>
                <a:path w="693420" h="693419">
                  <a:moveTo>
                    <a:pt x="346710" y="573913"/>
                  </a:moveTo>
                  <a:lnTo>
                    <a:pt x="300922" y="569296"/>
                  </a:lnTo>
                  <a:lnTo>
                    <a:pt x="258274" y="556057"/>
                  </a:lnTo>
                  <a:lnTo>
                    <a:pt x="219680" y="535109"/>
                  </a:lnTo>
                  <a:lnTo>
                    <a:pt x="186055" y="507364"/>
                  </a:lnTo>
                  <a:lnTo>
                    <a:pt x="158310" y="473739"/>
                  </a:lnTo>
                  <a:lnTo>
                    <a:pt x="137362" y="435145"/>
                  </a:lnTo>
                  <a:lnTo>
                    <a:pt x="124123" y="392497"/>
                  </a:lnTo>
                  <a:lnTo>
                    <a:pt x="119507" y="346710"/>
                  </a:lnTo>
                  <a:lnTo>
                    <a:pt x="124123" y="300927"/>
                  </a:lnTo>
                  <a:lnTo>
                    <a:pt x="137362" y="258294"/>
                  </a:lnTo>
                  <a:lnTo>
                    <a:pt x="158310" y="219720"/>
                  </a:lnTo>
                  <a:lnTo>
                    <a:pt x="186055" y="186118"/>
                  </a:lnTo>
                  <a:lnTo>
                    <a:pt x="219680" y="158397"/>
                  </a:lnTo>
                  <a:lnTo>
                    <a:pt x="258274" y="137469"/>
                  </a:lnTo>
                  <a:lnTo>
                    <a:pt x="300922" y="124244"/>
                  </a:lnTo>
                  <a:lnTo>
                    <a:pt x="346710" y="119634"/>
                  </a:lnTo>
                  <a:lnTo>
                    <a:pt x="392497" y="124244"/>
                  </a:lnTo>
                  <a:lnTo>
                    <a:pt x="435145" y="137469"/>
                  </a:lnTo>
                  <a:lnTo>
                    <a:pt x="473739" y="158397"/>
                  </a:lnTo>
                  <a:lnTo>
                    <a:pt x="507364" y="186118"/>
                  </a:lnTo>
                  <a:lnTo>
                    <a:pt x="535109" y="219720"/>
                  </a:lnTo>
                  <a:lnTo>
                    <a:pt x="556057" y="258294"/>
                  </a:lnTo>
                  <a:lnTo>
                    <a:pt x="569296" y="300927"/>
                  </a:lnTo>
                  <a:lnTo>
                    <a:pt x="573913" y="346710"/>
                  </a:lnTo>
                  <a:lnTo>
                    <a:pt x="569296" y="392497"/>
                  </a:lnTo>
                  <a:lnTo>
                    <a:pt x="556057" y="435145"/>
                  </a:lnTo>
                  <a:lnTo>
                    <a:pt x="535109" y="473739"/>
                  </a:lnTo>
                  <a:lnTo>
                    <a:pt x="507364" y="507364"/>
                  </a:lnTo>
                  <a:lnTo>
                    <a:pt x="473739" y="535109"/>
                  </a:lnTo>
                  <a:lnTo>
                    <a:pt x="435145" y="556057"/>
                  </a:lnTo>
                  <a:lnTo>
                    <a:pt x="392497" y="569296"/>
                  </a:lnTo>
                  <a:lnTo>
                    <a:pt x="346710" y="573913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10428605" y="5987059"/>
            <a:ext cx="1054735" cy="469900"/>
          </a:xfrm>
          <a:custGeom>
            <a:avLst/>
            <a:gdLst/>
            <a:ahLst/>
            <a:cxnLst/>
            <a:rect l="l" t="t" r="r" b="b"/>
            <a:pathLst>
              <a:path w="1054734" h="469900">
                <a:moveTo>
                  <a:pt x="355346" y="0"/>
                </a:moveTo>
                <a:lnTo>
                  <a:pt x="318897" y="0"/>
                </a:lnTo>
                <a:lnTo>
                  <a:pt x="0" y="469696"/>
                </a:lnTo>
                <a:lnTo>
                  <a:pt x="36449" y="469696"/>
                </a:lnTo>
                <a:lnTo>
                  <a:pt x="355346" y="0"/>
                </a:lnTo>
                <a:close/>
              </a:path>
              <a:path w="1054734" h="469900">
                <a:moveTo>
                  <a:pt x="530098" y="0"/>
                </a:moveTo>
                <a:lnTo>
                  <a:pt x="493776" y="0"/>
                </a:lnTo>
                <a:lnTo>
                  <a:pt x="174879" y="469696"/>
                </a:lnTo>
                <a:lnTo>
                  <a:pt x="211201" y="469696"/>
                </a:lnTo>
                <a:lnTo>
                  <a:pt x="530098" y="0"/>
                </a:lnTo>
                <a:close/>
              </a:path>
              <a:path w="1054734" h="469900">
                <a:moveTo>
                  <a:pt x="704850" y="0"/>
                </a:moveTo>
                <a:lnTo>
                  <a:pt x="668528" y="0"/>
                </a:lnTo>
                <a:lnTo>
                  <a:pt x="349631" y="469696"/>
                </a:lnTo>
                <a:lnTo>
                  <a:pt x="385826" y="469696"/>
                </a:lnTo>
                <a:lnTo>
                  <a:pt x="704850" y="0"/>
                </a:lnTo>
                <a:close/>
              </a:path>
              <a:path w="1054734" h="469900">
                <a:moveTo>
                  <a:pt x="879729" y="0"/>
                </a:moveTo>
                <a:lnTo>
                  <a:pt x="843280" y="0"/>
                </a:lnTo>
                <a:lnTo>
                  <a:pt x="524383" y="469696"/>
                </a:lnTo>
                <a:lnTo>
                  <a:pt x="560578" y="469696"/>
                </a:lnTo>
                <a:lnTo>
                  <a:pt x="879729" y="0"/>
                </a:lnTo>
                <a:close/>
              </a:path>
              <a:path w="1054734" h="469900">
                <a:moveTo>
                  <a:pt x="1054481" y="0"/>
                </a:moveTo>
                <a:lnTo>
                  <a:pt x="1018159" y="0"/>
                </a:lnTo>
                <a:lnTo>
                  <a:pt x="699262" y="469696"/>
                </a:lnTo>
                <a:lnTo>
                  <a:pt x="735457" y="469696"/>
                </a:lnTo>
                <a:lnTo>
                  <a:pt x="10544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6475" y="491197"/>
            <a:ext cx="5288280" cy="5854065"/>
            <a:chOff x="6086475" y="491197"/>
            <a:chExt cx="5288280" cy="5854065"/>
          </a:xfrm>
        </p:grpSpPr>
        <p:sp>
          <p:nvSpPr>
            <p:cNvPr id="3" name="object 3"/>
            <p:cNvSpPr/>
            <p:nvPr/>
          </p:nvSpPr>
          <p:spPr>
            <a:xfrm>
              <a:off x="6096000" y="500722"/>
              <a:ext cx="5269230" cy="5835015"/>
            </a:xfrm>
            <a:custGeom>
              <a:avLst/>
              <a:gdLst/>
              <a:ahLst/>
              <a:cxnLst/>
              <a:rect l="l" t="t" r="r" b="b"/>
              <a:pathLst>
                <a:path w="5269230" h="5835015">
                  <a:moveTo>
                    <a:pt x="5268722" y="0"/>
                  </a:moveTo>
                  <a:lnTo>
                    <a:pt x="0" y="0"/>
                  </a:lnTo>
                  <a:lnTo>
                    <a:pt x="0" y="5834760"/>
                  </a:lnTo>
                  <a:lnTo>
                    <a:pt x="5268722" y="5834760"/>
                  </a:lnTo>
                  <a:lnTo>
                    <a:pt x="5268722" y="0"/>
                  </a:lnTo>
                  <a:close/>
                </a:path>
              </a:pathLst>
            </a:custGeom>
            <a:solidFill>
              <a:srgbClr val="ED2C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6000" y="500722"/>
              <a:ext cx="5269230" cy="5835015"/>
            </a:xfrm>
            <a:custGeom>
              <a:avLst/>
              <a:gdLst/>
              <a:ahLst/>
              <a:cxnLst/>
              <a:rect l="l" t="t" r="r" b="b"/>
              <a:pathLst>
                <a:path w="5269230" h="5835015">
                  <a:moveTo>
                    <a:pt x="0" y="5834760"/>
                  </a:moveTo>
                  <a:lnTo>
                    <a:pt x="5268722" y="5834760"/>
                  </a:lnTo>
                  <a:lnTo>
                    <a:pt x="5268722" y="0"/>
                  </a:lnTo>
                  <a:lnTo>
                    <a:pt x="0" y="0"/>
                  </a:lnTo>
                  <a:lnTo>
                    <a:pt x="0" y="583476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0072" y="774572"/>
            <a:ext cx="477139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/>
              <a:t>About</a:t>
            </a:r>
            <a:endParaRPr sz="2000"/>
          </a:p>
          <a:p>
            <a:pPr marL="12700" marR="5080">
              <a:lnSpc>
                <a:spcPct val="100000"/>
              </a:lnSpc>
            </a:pPr>
            <a:r>
              <a:rPr sz="2000" b="0" spc="-50" dirty="0">
                <a:latin typeface="Tahoma"/>
                <a:cs typeface="Tahoma"/>
              </a:rPr>
              <a:t>Tinder</a:t>
            </a:r>
            <a:r>
              <a:rPr sz="2000" b="0" spc="-195" dirty="0">
                <a:latin typeface="Tahoma"/>
                <a:cs typeface="Tahoma"/>
              </a:rPr>
              <a:t> </a:t>
            </a:r>
            <a:r>
              <a:rPr sz="2000" b="0" dirty="0">
                <a:latin typeface="Tahoma"/>
                <a:cs typeface="Tahoma"/>
              </a:rPr>
              <a:t>is</a:t>
            </a:r>
            <a:r>
              <a:rPr sz="2000" b="0" spc="-175" dirty="0">
                <a:latin typeface="Tahoma"/>
                <a:cs typeface="Tahoma"/>
              </a:rPr>
              <a:t> </a:t>
            </a:r>
            <a:r>
              <a:rPr sz="2000" b="0" dirty="0">
                <a:latin typeface="Tahoma"/>
                <a:cs typeface="Tahoma"/>
              </a:rPr>
              <a:t>one</a:t>
            </a:r>
            <a:r>
              <a:rPr sz="2000" b="0" spc="-200" dirty="0">
                <a:latin typeface="Tahoma"/>
                <a:cs typeface="Tahoma"/>
              </a:rPr>
              <a:t> </a:t>
            </a:r>
            <a:r>
              <a:rPr sz="2000" b="0" spc="-20" dirty="0">
                <a:latin typeface="Tahoma"/>
                <a:cs typeface="Tahoma"/>
              </a:rPr>
              <a:t>of</a:t>
            </a:r>
            <a:r>
              <a:rPr sz="2000" b="0" spc="-190" dirty="0">
                <a:latin typeface="Tahoma"/>
                <a:cs typeface="Tahoma"/>
              </a:rPr>
              <a:t> </a:t>
            </a:r>
            <a:r>
              <a:rPr sz="2000" b="0" spc="-25" dirty="0">
                <a:latin typeface="Tahoma"/>
                <a:cs typeface="Tahoma"/>
              </a:rPr>
              <a:t>the</a:t>
            </a:r>
            <a:r>
              <a:rPr sz="2000" b="0" spc="-185" dirty="0">
                <a:latin typeface="Tahoma"/>
                <a:cs typeface="Tahoma"/>
              </a:rPr>
              <a:t> </a:t>
            </a:r>
            <a:r>
              <a:rPr sz="2000" b="0" dirty="0">
                <a:latin typeface="Tahoma"/>
                <a:cs typeface="Tahoma"/>
              </a:rPr>
              <a:t>world’s</a:t>
            </a:r>
            <a:r>
              <a:rPr sz="2000" b="0" spc="-185" dirty="0">
                <a:latin typeface="Tahoma"/>
                <a:cs typeface="Tahoma"/>
              </a:rPr>
              <a:t> </a:t>
            </a:r>
            <a:r>
              <a:rPr sz="2000" b="0" spc="-30" dirty="0">
                <a:latin typeface="Tahoma"/>
                <a:cs typeface="Tahoma"/>
              </a:rPr>
              <a:t>largest</a:t>
            </a:r>
            <a:r>
              <a:rPr sz="2000" b="0" spc="-175" dirty="0">
                <a:latin typeface="Tahoma"/>
                <a:cs typeface="Tahoma"/>
              </a:rPr>
              <a:t> </a:t>
            </a:r>
            <a:r>
              <a:rPr sz="2000" b="0" spc="-10" dirty="0">
                <a:latin typeface="Tahoma"/>
                <a:cs typeface="Tahoma"/>
              </a:rPr>
              <a:t>dating </a:t>
            </a:r>
            <a:r>
              <a:rPr sz="2000" b="0" dirty="0">
                <a:latin typeface="Tahoma"/>
                <a:cs typeface="Tahoma"/>
              </a:rPr>
              <a:t>apps,</a:t>
            </a:r>
            <a:r>
              <a:rPr sz="2000" b="0" spc="-175" dirty="0">
                <a:latin typeface="Tahoma"/>
                <a:cs typeface="Tahoma"/>
              </a:rPr>
              <a:t> </a:t>
            </a:r>
            <a:r>
              <a:rPr sz="2000" b="0" spc="-30" dirty="0">
                <a:latin typeface="Tahoma"/>
                <a:cs typeface="Tahoma"/>
              </a:rPr>
              <a:t>known</a:t>
            </a:r>
            <a:r>
              <a:rPr sz="2000" b="0" spc="-160" dirty="0">
                <a:latin typeface="Tahoma"/>
                <a:cs typeface="Tahoma"/>
              </a:rPr>
              <a:t> </a:t>
            </a:r>
            <a:r>
              <a:rPr sz="2000" b="0" spc="-50" dirty="0">
                <a:latin typeface="Tahoma"/>
                <a:cs typeface="Tahoma"/>
              </a:rPr>
              <a:t>for</a:t>
            </a:r>
            <a:r>
              <a:rPr sz="2000" b="0" spc="-160" dirty="0">
                <a:latin typeface="Tahoma"/>
                <a:cs typeface="Tahoma"/>
              </a:rPr>
              <a:t> </a:t>
            </a:r>
            <a:r>
              <a:rPr sz="2000" b="0" dirty="0">
                <a:latin typeface="Tahoma"/>
                <a:cs typeface="Tahoma"/>
              </a:rPr>
              <a:t>swipe-based</a:t>
            </a:r>
            <a:r>
              <a:rPr sz="2000" b="0" spc="-185" dirty="0">
                <a:latin typeface="Tahoma"/>
                <a:cs typeface="Tahoma"/>
              </a:rPr>
              <a:t> </a:t>
            </a:r>
            <a:r>
              <a:rPr sz="2000" b="0" spc="-20" dirty="0">
                <a:latin typeface="Tahoma"/>
                <a:cs typeface="Tahoma"/>
              </a:rPr>
              <a:t>matching</a:t>
            </a:r>
            <a:r>
              <a:rPr sz="2000" b="0" spc="-185" dirty="0">
                <a:latin typeface="Tahoma"/>
                <a:cs typeface="Tahoma"/>
              </a:rPr>
              <a:t> </a:t>
            </a:r>
            <a:r>
              <a:rPr sz="2000" b="0" spc="-25" dirty="0">
                <a:latin typeface="Tahoma"/>
                <a:cs typeface="Tahoma"/>
              </a:rPr>
              <a:t>and </a:t>
            </a:r>
            <a:r>
              <a:rPr sz="2000" b="0" dirty="0">
                <a:latin typeface="Tahoma"/>
                <a:cs typeface="Tahoma"/>
              </a:rPr>
              <a:t>casual</a:t>
            </a:r>
            <a:r>
              <a:rPr sz="2000" b="0" spc="25" dirty="0">
                <a:latin typeface="Tahoma"/>
                <a:cs typeface="Tahoma"/>
              </a:rPr>
              <a:t> </a:t>
            </a:r>
            <a:r>
              <a:rPr sz="2000" b="0" spc="-10" dirty="0">
                <a:latin typeface="Tahoma"/>
                <a:cs typeface="Tahoma"/>
              </a:rPr>
              <a:t>discovery.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2251" y="500722"/>
            <a:ext cx="5269230" cy="5835015"/>
          </a:xfrm>
          <a:custGeom>
            <a:avLst/>
            <a:gdLst/>
            <a:ahLst/>
            <a:cxnLst/>
            <a:rect l="l" t="t" r="r" b="b"/>
            <a:pathLst>
              <a:path w="5269230" h="5835015">
                <a:moveTo>
                  <a:pt x="0" y="5834760"/>
                </a:moveTo>
                <a:lnTo>
                  <a:pt x="5268722" y="5834760"/>
                </a:lnTo>
                <a:lnTo>
                  <a:pt x="5268722" y="0"/>
                </a:lnTo>
                <a:lnTo>
                  <a:pt x="0" y="0"/>
                </a:lnTo>
                <a:lnTo>
                  <a:pt x="0" y="5834760"/>
                </a:lnTo>
                <a:close/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0072" y="2226690"/>
            <a:ext cx="4960620" cy="2458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Trebuchet MS"/>
                <a:cs typeface="Trebuchet MS"/>
              </a:rPr>
              <a:t>Key</a:t>
            </a:r>
            <a:r>
              <a:rPr sz="1800" b="1" spc="-16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Stats</a:t>
            </a: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5" dirty="0">
                <a:latin typeface="Tahoma"/>
                <a:cs typeface="Tahoma"/>
              </a:rPr>
              <a:t>75M+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monthly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active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users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  <a:tab pos="3498850" algn="l"/>
              </a:tabLst>
            </a:pPr>
            <a:r>
              <a:rPr sz="1800" spc="-10" dirty="0">
                <a:latin typeface="Tahoma"/>
                <a:cs typeface="Tahoma"/>
              </a:rPr>
              <a:t>Available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30" dirty="0">
                <a:latin typeface="Tahoma"/>
                <a:cs typeface="Tahoma"/>
              </a:rPr>
              <a:t>190+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countries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and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155" dirty="0">
                <a:latin typeface="Tahoma"/>
                <a:cs typeface="Tahoma"/>
              </a:rPr>
              <a:t>40+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languages</a:t>
            </a:r>
            <a:endParaRPr sz="1800">
              <a:latin typeface="Tahoma"/>
              <a:cs typeface="Tahoma"/>
            </a:endParaRPr>
          </a:p>
          <a:p>
            <a:pPr marL="299085" marR="60325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Owned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by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Match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Group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(which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also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owns </a:t>
            </a:r>
            <a:r>
              <a:rPr sz="1800" spc="-45" dirty="0">
                <a:latin typeface="Tahoma"/>
                <a:cs typeface="Tahoma"/>
              </a:rPr>
              <a:t>Hinge,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OKCupid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20" dirty="0">
                <a:latin typeface="Tahoma"/>
                <a:cs typeface="Tahoma"/>
              </a:rPr>
              <a:t>Highest-</a:t>
            </a:r>
            <a:r>
              <a:rPr sz="1800" spc="-30" dirty="0">
                <a:latin typeface="Tahoma"/>
                <a:cs typeface="Tahoma"/>
              </a:rPr>
              <a:t>grossing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non-</a:t>
            </a:r>
            <a:r>
              <a:rPr sz="1800" spc="-50" dirty="0">
                <a:latin typeface="Tahoma"/>
                <a:cs typeface="Tahoma"/>
              </a:rPr>
              <a:t>gaming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app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globally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(over</a:t>
            </a:r>
            <a:endParaRPr sz="18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1800" spc="-45" dirty="0">
                <a:latin typeface="Tahoma"/>
                <a:cs typeface="Tahoma"/>
              </a:rPr>
              <a:t>$1.5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billion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annual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revenue)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1800" b="1" spc="-10" dirty="0">
                <a:latin typeface="Trebuchet MS"/>
                <a:cs typeface="Trebuchet MS"/>
              </a:rPr>
              <a:t>Competitors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8639" y="4622158"/>
            <a:ext cx="4827905" cy="1172210"/>
            <a:chOff x="888639" y="4622158"/>
            <a:chExt cx="4827905" cy="11722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639" y="4790473"/>
              <a:ext cx="793113" cy="80946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4022" y="4705248"/>
              <a:ext cx="1812417" cy="9062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5592" y="4622158"/>
              <a:ext cx="1580931" cy="117203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360667" y="1058113"/>
            <a:ext cx="22739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FFFF"/>
                </a:solidFill>
                <a:latin typeface="Trebuchet MS"/>
                <a:cs typeface="Trebuchet MS"/>
              </a:rPr>
              <a:t>Problem</a:t>
            </a:r>
            <a:r>
              <a:rPr sz="2000" b="1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Statement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955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Users</a:t>
            </a:r>
            <a:r>
              <a:rPr spc="-160" dirty="0"/>
              <a:t> </a:t>
            </a:r>
            <a:r>
              <a:rPr spc="-25" dirty="0"/>
              <a:t>often</a:t>
            </a:r>
            <a:r>
              <a:rPr spc="-175" dirty="0"/>
              <a:t> </a:t>
            </a:r>
            <a:r>
              <a:rPr spc="-10" dirty="0"/>
              <a:t>feel</a:t>
            </a:r>
            <a:r>
              <a:rPr spc="-165" dirty="0"/>
              <a:t> </a:t>
            </a:r>
            <a:r>
              <a:rPr dirty="0"/>
              <a:t>limited</a:t>
            </a:r>
            <a:r>
              <a:rPr spc="-155" dirty="0"/>
              <a:t> </a:t>
            </a:r>
            <a:r>
              <a:rPr spc="-50" dirty="0"/>
              <a:t>by</a:t>
            </a:r>
            <a:r>
              <a:rPr spc="-160" dirty="0"/>
              <a:t> </a:t>
            </a:r>
            <a:r>
              <a:rPr spc="-25" dirty="0"/>
              <a:t>the</a:t>
            </a:r>
            <a:r>
              <a:rPr spc="-155" dirty="0"/>
              <a:t> </a:t>
            </a:r>
            <a:r>
              <a:rPr spc="-10" dirty="0"/>
              <a:t>swipe-</a:t>
            </a:r>
            <a:r>
              <a:rPr spc="-20" dirty="0"/>
              <a:t>only </a:t>
            </a:r>
            <a:r>
              <a:rPr spc="-10" dirty="0"/>
              <a:t>experience.</a:t>
            </a:r>
          </a:p>
          <a:p>
            <a:pPr marL="299085" marR="5334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pc="-45" dirty="0"/>
              <a:t>There’s</a:t>
            </a:r>
            <a:r>
              <a:rPr spc="-180" dirty="0"/>
              <a:t> </a:t>
            </a:r>
            <a:r>
              <a:rPr dirty="0"/>
              <a:t>no</a:t>
            </a:r>
            <a:r>
              <a:rPr spc="-170" dirty="0"/>
              <a:t> </a:t>
            </a:r>
            <a:r>
              <a:rPr dirty="0"/>
              <a:t>quick</a:t>
            </a:r>
            <a:r>
              <a:rPr spc="-160" dirty="0"/>
              <a:t> </a:t>
            </a:r>
            <a:r>
              <a:rPr spc="-55" dirty="0"/>
              <a:t>way</a:t>
            </a:r>
            <a:r>
              <a:rPr spc="-175" dirty="0"/>
              <a:t> </a:t>
            </a:r>
            <a:r>
              <a:rPr spc="-25" dirty="0"/>
              <a:t>to</a:t>
            </a:r>
            <a:r>
              <a:rPr spc="-145" dirty="0"/>
              <a:t> </a:t>
            </a:r>
            <a:r>
              <a:rPr spc="-20" dirty="0"/>
              <a:t>browse</a:t>
            </a:r>
            <a:r>
              <a:rPr spc="-160" dirty="0"/>
              <a:t> </a:t>
            </a:r>
            <a:r>
              <a:rPr spc="-10" dirty="0"/>
              <a:t>multiple </a:t>
            </a:r>
            <a:r>
              <a:rPr spc="-40" dirty="0"/>
              <a:t>nearby</a:t>
            </a:r>
            <a:r>
              <a:rPr spc="-175" dirty="0"/>
              <a:t> </a:t>
            </a:r>
            <a:r>
              <a:rPr dirty="0"/>
              <a:t>profiles</a:t>
            </a:r>
            <a:r>
              <a:rPr spc="-170" dirty="0"/>
              <a:t> </a:t>
            </a:r>
            <a:r>
              <a:rPr spc="-25" dirty="0"/>
              <a:t>or</a:t>
            </a:r>
            <a:r>
              <a:rPr spc="-160" dirty="0"/>
              <a:t> </a:t>
            </a:r>
            <a:r>
              <a:rPr spc="-20" dirty="0"/>
              <a:t>prioritize</a:t>
            </a:r>
            <a:r>
              <a:rPr spc="-185" dirty="0"/>
              <a:t> </a:t>
            </a:r>
            <a:r>
              <a:rPr spc="-60" dirty="0"/>
              <a:t>by</a:t>
            </a:r>
            <a:r>
              <a:rPr spc="-160" dirty="0"/>
              <a:t> </a:t>
            </a:r>
            <a:r>
              <a:rPr spc="-40" dirty="0"/>
              <a:t>proximity</a:t>
            </a:r>
            <a:r>
              <a:rPr spc="-155" dirty="0"/>
              <a:t> </a:t>
            </a:r>
            <a:r>
              <a:rPr spc="-50" dirty="0"/>
              <a:t>— </a:t>
            </a:r>
            <a:r>
              <a:rPr spc="-25" dirty="0"/>
              <a:t>leading</a:t>
            </a:r>
            <a:r>
              <a:rPr spc="-190" dirty="0"/>
              <a:t> </a:t>
            </a:r>
            <a:r>
              <a:rPr spc="-25" dirty="0"/>
              <a:t>to</a:t>
            </a:r>
            <a:r>
              <a:rPr spc="-165" dirty="0"/>
              <a:t> </a:t>
            </a:r>
            <a:r>
              <a:rPr spc="-40" dirty="0"/>
              <a:t>fatigue</a:t>
            </a:r>
            <a:r>
              <a:rPr spc="-170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dirty="0"/>
              <a:t>inefficient</a:t>
            </a:r>
            <a:r>
              <a:rPr spc="-210" dirty="0"/>
              <a:t> </a:t>
            </a:r>
            <a:r>
              <a:rPr spc="-10" dirty="0"/>
              <a:t>discovery.</a:t>
            </a:r>
          </a:p>
          <a:p>
            <a:pPr>
              <a:lnSpc>
                <a:spcPct val="100000"/>
              </a:lnSpc>
              <a:spcBef>
                <a:spcPts val="1995"/>
              </a:spcBef>
              <a:buClr>
                <a:srgbClr val="FFFFFF"/>
              </a:buClr>
              <a:buFont typeface="Arial MT"/>
              <a:buChar char="•"/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rebuchet MS"/>
                <a:cs typeface="Trebuchet MS"/>
              </a:rPr>
              <a:t>Proposed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Solution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2170"/>
              </a:spcBef>
              <a:buFont typeface="Arial MT"/>
              <a:buChar char="•"/>
              <a:tabLst>
                <a:tab pos="299085" algn="l"/>
              </a:tabLst>
            </a:pPr>
            <a:r>
              <a:rPr spc="-30" dirty="0"/>
              <a:t>Introduce</a:t>
            </a:r>
            <a:r>
              <a:rPr spc="-185" dirty="0"/>
              <a:t> </a:t>
            </a:r>
            <a:r>
              <a:rPr dirty="0"/>
              <a:t>a</a:t>
            </a:r>
            <a:r>
              <a:rPr spc="-145" dirty="0"/>
              <a:t> </a:t>
            </a:r>
            <a:r>
              <a:rPr b="1" spc="-55" dirty="0">
                <a:latin typeface="Trebuchet MS"/>
                <a:cs typeface="Trebuchet MS"/>
              </a:rPr>
              <a:t>“Grid</a:t>
            </a:r>
            <a:r>
              <a:rPr b="1" spc="-160" dirty="0">
                <a:latin typeface="Trebuchet MS"/>
                <a:cs typeface="Trebuchet MS"/>
              </a:rPr>
              <a:t> </a:t>
            </a:r>
            <a:r>
              <a:rPr b="1" spc="-50" dirty="0">
                <a:latin typeface="Trebuchet MS"/>
                <a:cs typeface="Trebuchet MS"/>
              </a:rPr>
              <a:t>View</a:t>
            </a:r>
            <a:r>
              <a:rPr b="1" spc="-145" dirty="0">
                <a:latin typeface="Trebuchet MS"/>
                <a:cs typeface="Trebuchet MS"/>
              </a:rPr>
              <a:t> </a:t>
            </a:r>
            <a:r>
              <a:rPr b="1" spc="-50" dirty="0">
                <a:latin typeface="Trebuchet MS"/>
                <a:cs typeface="Trebuchet MS"/>
              </a:rPr>
              <a:t>by</a:t>
            </a:r>
            <a:r>
              <a:rPr b="1" spc="-14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Distance”</a:t>
            </a:r>
            <a:r>
              <a:rPr b="1" spc="-185" dirty="0">
                <a:latin typeface="Trebuchet MS"/>
                <a:cs typeface="Trebuchet MS"/>
              </a:rPr>
              <a:t> </a:t>
            </a:r>
            <a:r>
              <a:rPr spc="-25" dirty="0"/>
              <a:t>tab</a:t>
            </a: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Unlockable</a:t>
            </a:r>
            <a:r>
              <a:rPr spc="-140" dirty="0"/>
              <a:t> </a:t>
            </a:r>
            <a:r>
              <a:rPr spc="-35" dirty="0"/>
              <a:t>via</a:t>
            </a:r>
            <a:r>
              <a:rPr spc="-110" dirty="0"/>
              <a:t> </a:t>
            </a:r>
            <a:r>
              <a:rPr dirty="0"/>
              <a:t>subscription</a:t>
            </a:r>
            <a:r>
              <a:rPr spc="-140" dirty="0"/>
              <a:t> </a:t>
            </a:r>
            <a:r>
              <a:rPr spc="-25" dirty="0"/>
              <a:t>with</a:t>
            </a:r>
            <a:r>
              <a:rPr spc="-105" dirty="0"/>
              <a:t> </a:t>
            </a:r>
            <a:r>
              <a:rPr spc="-35" dirty="0"/>
              <a:t>3</a:t>
            </a:r>
            <a:r>
              <a:rPr spc="-125" dirty="0"/>
              <a:t> </a:t>
            </a:r>
            <a:r>
              <a:rPr spc="-40" dirty="0"/>
              <a:t>free</a:t>
            </a:r>
            <a:r>
              <a:rPr spc="-120" dirty="0"/>
              <a:t> </a:t>
            </a:r>
            <a:r>
              <a:rPr spc="-10" dirty="0"/>
              <a:t>trial </a:t>
            </a:r>
            <a:r>
              <a:rPr spc="-20" dirty="0"/>
              <a:t>uses</a:t>
            </a:r>
          </a:p>
          <a:p>
            <a:pPr marL="299085" marR="49403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Enables</a:t>
            </a:r>
            <a:r>
              <a:rPr spc="-145" dirty="0"/>
              <a:t> </a:t>
            </a:r>
            <a:r>
              <a:rPr dirty="0"/>
              <a:t>visual</a:t>
            </a:r>
            <a:r>
              <a:rPr spc="-180" dirty="0"/>
              <a:t> </a:t>
            </a:r>
            <a:r>
              <a:rPr spc="-35" dirty="0"/>
              <a:t>browsing</a:t>
            </a:r>
            <a:r>
              <a:rPr spc="-160" dirty="0"/>
              <a:t> </a:t>
            </a:r>
            <a:r>
              <a:rPr spc="-20" dirty="0"/>
              <a:t>of</a:t>
            </a:r>
            <a:r>
              <a:rPr spc="-160" dirty="0"/>
              <a:t> </a:t>
            </a:r>
            <a:r>
              <a:rPr spc="-40" dirty="0"/>
              <a:t>nearby</a:t>
            </a:r>
            <a:r>
              <a:rPr spc="-140" dirty="0"/>
              <a:t> </a:t>
            </a:r>
            <a:r>
              <a:rPr spc="-25" dirty="0"/>
              <a:t>and </a:t>
            </a:r>
            <a:r>
              <a:rPr dirty="0"/>
              <a:t>online</a:t>
            </a:r>
            <a:r>
              <a:rPr spc="-215" dirty="0"/>
              <a:t> </a:t>
            </a:r>
            <a:r>
              <a:rPr dirty="0"/>
              <a:t>profiles</a:t>
            </a:r>
            <a:r>
              <a:rPr spc="-180" dirty="0"/>
              <a:t> </a:t>
            </a:r>
            <a:r>
              <a:rPr spc="-40" dirty="0"/>
              <a:t>ranked</a:t>
            </a:r>
            <a:r>
              <a:rPr spc="-175" dirty="0"/>
              <a:t> </a:t>
            </a:r>
            <a:r>
              <a:rPr spc="-60" dirty="0"/>
              <a:t>by</a:t>
            </a:r>
            <a:r>
              <a:rPr spc="-165" dirty="0"/>
              <a:t> </a:t>
            </a:r>
            <a:r>
              <a:rPr spc="-10" dirty="0"/>
              <a:t>proximity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4800" b="0" spc="80" dirty="0">
                <a:latin typeface="Trebuchet MS"/>
                <a:cs typeface="Trebuchet MS"/>
              </a:rPr>
              <a:t>USER</a:t>
            </a:r>
            <a:r>
              <a:rPr sz="4800" b="0" spc="-505" dirty="0">
                <a:latin typeface="Trebuchet MS"/>
                <a:cs typeface="Trebuchet MS"/>
              </a:rPr>
              <a:t> </a:t>
            </a:r>
            <a:r>
              <a:rPr sz="4800" b="0" spc="80" dirty="0">
                <a:latin typeface="Trebuchet MS"/>
                <a:cs typeface="Trebuchet MS"/>
              </a:rPr>
              <a:t>PERSONAS</a:t>
            </a:r>
            <a:endParaRPr sz="4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3117" y="869962"/>
            <a:ext cx="10996930" cy="5532120"/>
            <a:chOff x="663117" y="869962"/>
            <a:chExt cx="10996930" cy="5532120"/>
          </a:xfrm>
        </p:grpSpPr>
        <p:sp>
          <p:nvSpPr>
            <p:cNvPr id="4" name="object 4"/>
            <p:cNvSpPr/>
            <p:nvPr/>
          </p:nvSpPr>
          <p:spPr>
            <a:xfrm>
              <a:off x="707567" y="914412"/>
              <a:ext cx="10908030" cy="5443220"/>
            </a:xfrm>
            <a:custGeom>
              <a:avLst/>
              <a:gdLst/>
              <a:ahLst/>
              <a:cxnLst/>
              <a:rect l="l" t="t" r="r" b="b"/>
              <a:pathLst>
                <a:path w="10908030" h="5443220">
                  <a:moveTo>
                    <a:pt x="0" y="5442839"/>
                  </a:moveTo>
                  <a:lnTo>
                    <a:pt x="10907522" y="5442839"/>
                  </a:lnTo>
                  <a:lnTo>
                    <a:pt x="10907522" y="0"/>
                  </a:lnTo>
                  <a:lnTo>
                    <a:pt x="0" y="0"/>
                  </a:lnTo>
                  <a:lnTo>
                    <a:pt x="0" y="5442839"/>
                  </a:lnTo>
                  <a:close/>
                </a:path>
              </a:pathLst>
            </a:custGeom>
            <a:ln w="88900">
              <a:solidFill>
                <a:srgbClr val="ED2C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8400" y="1048257"/>
              <a:ext cx="1299336" cy="12928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4138" y="1046352"/>
              <a:ext cx="1480439" cy="145376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68172" y="1019936"/>
            <a:ext cx="5213350" cy="5253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Trebuchet MS"/>
                <a:cs typeface="Trebuchet MS"/>
              </a:rPr>
              <a:t>Varun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Kha</a:t>
            </a:r>
            <a:r>
              <a:rPr lang="en-US" sz="1800" b="1" spc="-10" dirty="0">
                <a:latin typeface="Trebuchet MS"/>
                <a:cs typeface="Trebuchet MS"/>
              </a:rPr>
              <a:t>tri</a:t>
            </a:r>
            <a:r>
              <a:rPr sz="1800" b="1" spc="-185" dirty="0">
                <a:latin typeface="Trebuchet MS"/>
                <a:cs typeface="Trebuchet MS"/>
              </a:rPr>
              <a:t> </a:t>
            </a:r>
            <a:r>
              <a:rPr sz="1800" b="1" spc="-135" dirty="0">
                <a:latin typeface="Trebuchet MS"/>
                <a:cs typeface="Trebuchet MS"/>
              </a:rPr>
              <a:t>,</a:t>
            </a:r>
            <a:r>
              <a:rPr sz="1800" b="1" spc="-16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38</a:t>
            </a:r>
            <a:endParaRPr sz="1800" dirty="0">
              <a:latin typeface="Trebuchet MS"/>
              <a:cs typeface="Trebuchet MS"/>
            </a:endParaRPr>
          </a:p>
          <a:p>
            <a:pPr marL="93980" marR="1956435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Location: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Mumbai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(Metro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City) </a:t>
            </a:r>
            <a:r>
              <a:rPr sz="1800" spc="-70" dirty="0">
                <a:latin typeface="Tahoma"/>
                <a:cs typeface="Tahoma"/>
              </a:rPr>
              <a:t>Job: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Senior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Sales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Manager,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MNC </a:t>
            </a:r>
            <a:r>
              <a:rPr sz="1800" spc="-50" dirty="0">
                <a:latin typeface="Tahoma"/>
                <a:cs typeface="Tahoma"/>
              </a:rPr>
              <a:t>Tinder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Usage: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Gold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Subscriber</a:t>
            </a:r>
            <a:endParaRPr sz="1800" dirty="0">
              <a:latin typeface="Tahoma"/>
              <a:cs typeface="Tahoma"/>
            </a:endParaRPr>
          </a:p>
          <a:p>
            <a:pPr marL="52069">
              <a:lnSpc>
                <a:spcPct val="100000"/>
              </a:lnSpc>
              <a:spcBef>
                <a:spcPts val="880"/>
              </a:spcBef>
            </a:pPr>
            <a:r>
              <a:rPr sz="1800" b="1" spc="-10" dirty="0">
                <a:latin typeface="Trebuchet MS"/>
                <a:cs typeface="Trebuchet MS"/>
              </a:rPr>
              <a:t>Behaviour:</a:t>
            </a:r>
            <a:endParaRPr sz="1800" dirty="0">
              <a:latin typeface="Trebuchet MS"/>
              <a:cs typeface="Trebuchet MS"/>
            </a:endParaRPr>
          </a:p>
          <a:p>
            <a:pPr marL="338455" indent="-286385">
              <a:lnSpc>
                <a:spcPct val="100000"/>
              </a:lnSpc>
              <a:buFont typeface="Arial MT"/>
              <a:buChar char="•"/>
              <a:tabLst>
                <a:tab pos="338455" algn="l"/>
              </a:tabLst>
            </a:pPr>
            <a:r>
              <a:rPr sz="1800" spc="-60" dirty="0">
                <a:latin typeface="Tahoma"/>
                <a:cs typeface="Tahoma"/>
              </a:rPr>
              <a:t>Travels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frequently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for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work</a:t>
            </a:r>
            <a:endParaRPr sz="1800" dirty="0">
              <a:latin typeface="Tahoma"/>
              <a:cs typeface="Tahoma"/>
            </a:endParaRPr>
          </a:p>
          <a:p>
            <a:pPr marL="338455" marR="13652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38455" algn="l"/>
              </a:tabLst>
            </a:pPr>
            <a:r>
              <a:rPr sz="1800" dirty="0">
                <a:latin typeface="Tahoma"/>
                <a:cs typeface="Tahoma"/>
              </a:rPr>
              <a:t>Uses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Tinder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for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casual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dates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and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meet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people in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new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cities</a:t>
            </a:r>
            <a:endParaRPr sz="1800" dirty="0">
              <a:latin typeface="Tahoma"/>
              <a:cs typeface="Tahoma"/>
            </a:endParaRPr>
          </a:p>
          <a:p>
            <a:pPr marL="338455" marR="915035" indent="-287020">
              <a:lnSpc>
                <a:spcPct val="100000"/>
              </a:lnSpc>
              <a:buFont typeface="Arial MT"/>
              <a:buChar char="•"/>
              <a:tabLst>
                <a:tab pos="338455" algn="l"/>
              </a:tabLst>
            </a:pPr>
            <a:r>
              <a:rPr sz="1800" spc="-25" dirty="0">
                <a:latin typeface="Tahoma"/>
                <a:cs typeface="Tahoma"/>
              </a:rPr>
              <a:t>Wants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fast,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efficient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way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find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nearby matches</a:t>
            </a:r>
            <a:endParaRPr sz="1800" dirty="0">
              <a:latin typeface="Tahoma"/>
              <a:cs typeface="Tahoma"/>
            </a:endParaRPr>
          </a:p>
          <a:p>
            <a:pPr marL="338455">
              <a:lnSpc>
                <a:spcPct val="100000"/>
              </a:lnSpc>
            </a:pPr>
            <a:r>
              <a:rPr sz="1800" spc="-30" dirty="0">
                <a:latin typeface="Tahoma"/>
                <a:cs typeface="Tahoma"/>
              </a:rPr>
              <a:t>Prefers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minimal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effort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with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high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match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efficiency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800" b="1" spc="-25" dirty="0">
                <a:latin typeface="Trebuchet MS"/>
                <a:cs typeface="Trebuchet MS"/>
              </a:rPr>
              <a:t>Pain</a:t>
            </a:r>
            <a:r>
              <a:rPr sz="1800" b="1" spc="-19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Points:</a:t>
            </a:r>
            <a:endParaRPr sz="1800" dirty="0">
              <a:latin typeface="Trebuchet MS"/>
              <a:cs typeface="Trebuchet MS"/>
            </a:endParaRPr>
          </a:p>
          <a:p>
            <a:pPr marL="299085" marR="26352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Can’t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filter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by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exact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distance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—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leads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wasted swipes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Gets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low-</a:t>
            </a:r>
            <a:r>
              <a:rPr sz="1800" spc="-10" dirty="0">
                <a:latin typeface="Tahoma"/>
                <a:cs typeface="Tahoma"/>
              </a:rPr>
              <a:t>quality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or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faraway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matches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Doesn’t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get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fast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replies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due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people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being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offline</a:t>
            </a:r>
            <a:endParaRPr sz="1800" dirty="0">
              <a:latin typeface="Tahoma"/>
              <a:cs typeface="Tahoma"/>
            </a:endParaRPr>
          </a:p>
          <a:p>
            <a:pPr marL="299085" marR="78232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Feels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app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not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optimized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for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frequent travellers.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9507" y="1028522"/>
            <a:ext cx="4949190" cy="518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Manya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lang="en-US" b="1" spc="-55" dirty="0">
                <a:latin typeface="Trebuchet MS"/>
                <a:cs typeface="Trebuchet MS"/>
              </a:rPr>
              <a:t>Singh</a:t>
            </a:r>
            <a:r>
              <a:rPr sz="1800" b="1" spc="-55" dirty="0">
                <a:latin typeface="Trebuchet MS"/>
                <a:cs typeface="Trebuchet MS"/>
              </a:rPr>
              <a:t>,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26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ahoma"/>
                <a:cs typeface="Tahoma"/>
              </a:rPr>
              <a:t>Location: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Bengaluru</a:t>
            </a:r>
            <a:endParaRPr sz="1800" dirty="0">
              <a:latin typeface="Tahoma"/>
              <a:cs typeface="Tahoma"/>
            </a:endParaRPr>
          </a:p>
          <a:p>
            <a:pPr marL="12700" marR="2294890">
              <a:lnSpc>
                <a:spcPct val="100000"/>
              </a:lnSpc>
            </a:pPr>
            <a:r>
              <a:rPr sz="1800" spc="-70" dirty="0">
                <a:latin typeface="Tahoma"/>
                <a:cs typeface="Tahoma"/>
              </a:rPr>
              <a:t>Job: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4" dirty="0">
                <a:latin typeface="Tahoma"/>
                <a:cs typeface="Tahoma"/>
              </a:rPr>
              <a:t>IT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Analyst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C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Developer </a:t>
            </a:r>
            <a:r>
              <a:rPr sz="1800" spc="-50" dirty="0">
                <a:latin typeface="Tahoma"/>
                <a:cs typeface="Tahoma"/>
              </a:rPr>
              <a:t>Tinder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Usage: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Free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User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800" b="1" spc="-10" dirty="0">
                <a:latin typeface="Trebuchet MS"/>
                <a:cs typeface="Trebuchet MS"/>
              </a:rPr>
              <a:t>Behaviour:</a:t>
            </a:r>
            <a:endParaRPr sz="1800" dirty="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25" dirty="0">
                <a:latin typeface="Tahoma"/>
                <a:cs typeface="Tahoma"/>
              </a:rPr>
              <a:t>Wants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serious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relationship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Uses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app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evenings/weekends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due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to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long</a:t>
            </a:r>
            <a:endParaRPr sz="1800" dirty="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latin typeface="Tahoma"/>
                <a:cs typeface="Tahoma"/>
              </a:rPr>
              <a:t>work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hours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30" dirty="0">
                <a:latin typeface="Tahoma"/>
                <a:cs typeface="Tahoma"/>
              </a:rPr>
              <a:t>Prefers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matches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nearby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—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doesn’t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want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</a:t>
            </a:r>
            <a:endParaRPr sz="1800" dirty="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1800" spc="-40" dirty="0">
                <a:latin typeface="Tahoma"/>
                <a:cs typeface="Tahoma"/>
              </a:rPr>
              <a:t>travel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across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city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Values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depth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and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intent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matches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spc="-25" dirty="0">
                <a:latin typeface="Trebuchet MS"/>
                <a:cs typeface="Trebuchet MS"/>
              </a:rPr>
              <a:t>Pain</a:t>
            </a:r>
            <a:r>
              <a:rPr sz="1800" b="1" spc="-19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Points:</a:t>
            </a:r>
            <a:endParaRPr sz="1800" dirty="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Gets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matched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with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people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far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away</a:t>
            </a:r>
            <a:endParaRPr sz="1800" dirty="0">
              <a:latin typeface="Tahoma"/>
              <a:cs typeface="Tahoma"/>
            </a:endParaRPr>
          </a:p>
          <a:p>
            <a:pPr marL="299085" marR="59309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Limited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time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makes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traveling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for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meetups difficult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Encounters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ghosting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and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inactive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users</a:t>
            </a:r>
            <a:endParaRPr sz="1800" dirty="0">
              <a:latin typeface="Tahoma"/>
              <a:cs typeface="Tahoma"/>
            </a:endParaRPr>
          </a:p>
          <a:p>
            <a:pPr marL="299085" marR="12255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Feels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current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swipe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deck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too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casual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and </a:t>
            </a:r>
            <a:r>
              <a:rPr sz="1800" spc="-10" dirty="0">
                <a:latin typeface="Tahoma"/>
                <a:cs typeface="Tahoma"/>
              </a:rPr>
              <a:t>inefficient.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93916" y="996061"/>
            <a:ext cx="0" cy="5292090"/>
          </a:xfrm>
          <a:custGeom>
            <a:avLst/>
            <a:gdLst/>
            <a:ahLst/>
            <a:cxnLst/>
            <a:rect l="l" t="t" r="r" b="b"/>
            <a:pathLst>
              <a:path h="5292090">
                <a:moveTo>
                  <a:pt x="0" y="0"/>
                </a:moveTo>
                <a:lnTo>
                  <a:pt x="0" y="5291912"/>
                </a:lnTo>
              </a:path>
            </a:pathLst>
          </a:custGeom>
          <a:ln w="7620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332175" y="368569"/>
            <a:ext cx="433705" cy="413384"/>
            <a:chOff x="3332175" y="368569"/>
            <a:chExt cx="433705" cy="413384"/>
          </a:xfrm>
        </p:grpSpPr>
        <p:sp>
          <p:nvSpPr>
            <p:cNvPr id="11" name="object 11"/>
            <p:cNvSpPr/>
            <p:nvPr/>
          </p:nvSpPr>
          <p:spPr>
            <a:xfrm>
              <a:off x="3341700" y="378094"/>
              <a:ext cx="414655" cy="394335"/>
            </a:xfrm>
            <a:custGeom>
              <a:avLst/>
              <a:gdLst/>
              <a:ahLst/>
              <a:cxnLst/>
              <a:rect l="l" t="t" r="r" b="b"/>
              <a:pathLst>
                <a:path w="414654" h="394334">
                  <a:moveTo>
                    <a:pt x="326329" y="0"/>
                  </a:moveTo>
                  <a:lnTo>
                    <a:pt x="288038" y="4512"/>
                  </a:lnTo>
                  <a:lnTo>
                    <a:pt x="251136" y="26221"/>
                  </a:lnTo>
                  <a:lnTo>
                    <a:pt x="219588" y="66701"/>
                  </a:lnTo>
                  <a:lnTo>
                    <a:pt x="207060" y="94472"/>
                  </a:lnTo>
                  <a:lnTo>
                    <a:pt x="194532" y="66701"/>
                  </a:lnTo>
                  <a:lnTo>
                    <a:pt x="162984" y="26221"/>
                  </a:lnTo>
                  <a:lnTo>
                    <a:pt x="126083" y="4512"/>
                  </a:lnTo>
                  <a:lnTo>
                    <a:pt x="87791" y="0"/>
                  </a:lnTo>
                  <a:lnTo>
                    <a:pt x="69363" y="3700"/>
                  </a:lnTo>
                  <a:lnTo>
                    <a:pt x="22893" y="36263"/>
                  </a:lnTo>
                  <a:lnTo>
                    <a:pt x="4214" y="73888"/>
                  </a:lnTo>
                  <a:lnTo>
                    <a:pt x="0" y="122408"/>
                  </a:lnTo>
                  <a:lnTo>
                    <a:pt x="4555" y="150262"/>
                  </a:lnTo>
                  <a:lnTo>
                    <a:pt x="29469" y="212172"/>
                  </a:lnTo>
                  <a:lnTo>
                    <a:pt x="50819" y="245834"/>
                  </a:lnTo>
                  <a:lnTo>
                    <a:pt x="78757" y="281039"/>
                  </a:lnTo>
                  <a:lnTo>
                    <a:pt x="113780" y="317589"/>
                  </a:lnTo>
                  <a:lnTo>
                    <a:pt x="156383" y="355288"/>
                  </a:lnTo>
                  <a:lnTo>
                    <a:pt x="207060" y="393938"/>
                  </a:lnTo>
                  <a:lnTo>
                    <a:pt x="257738" y="355288"/>
                  </a:lnTo>
                  <a:lnTo>
                    <a:pt x="300341" y="317589"/>
                  </a:lnTo>
                  <a:lnTo>
                    <a:pt x="335363" y="281039"/>
                  </a:lnTo>
                  <a:lnTo>
                    <a:pt x="363302" y="245834"/>
                  </a:lnTo>
                  <a:lnTo>
                    <a:pt x="384651" y="212172"/>
                  </a:lnTo>
                  <a:lnTo>
                    <a:pt x="409566" y="150262"/>
                  </a:lnTo>
                  <a:lnTo>
                    <a:pt x="414121" y="122408"/>
                  </a:lnTo>
                  <a:lnTo>
                    <a:pt x="414070" y="96884"/>
                  </a:lnTo>
                  <a:lnTo>
                    <a:pt x="402127" y="53615"/>
                  </a:lnTo>
                  <a:lnTo>
                    <a:pt x="377702" y="22028"/>
                  </a:lnTo>
                  <a:lnTo>
                    <a:pt x="3263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41700" y="378094"/>
              <a:ext cx="414655" cy="394335"/>
            </a:xfrm>
            <a:custGeom>
              <a:avLst/>
              <a:gdLst/>
              <a:ahLst/>
              <a:cxnLst/>
              <a:rect l="l" t="t" r="r" b="b"/>
              <a:pathLst>
                <a:path w="414654" h="394334">
                  <a:moveTo>
                    <a:pt x="207060" y="94472"/>
                  </a:moveTo>
                  <a:lnTo>
                    <a:pt x="234445" y="44016"/>
                  </a:lnTo>
                  <a:lnTo>
                    <a:pt x="269166" y="13118"/>
                  </a:lnTo>
                  <a:lnTo>
                    <a:pt x="307258" y="205"/>
                  </a:lnTo>
                  <a:lnTo>
                    <a:pt x="326329" y="0"/>
                  </a:lnTo>
                  <a:lnTo>
                    <a:pt x="344758" y="3700"/>
                  </a:lnTo>
                  <a:lnTo>
                    <a:pt x="391227" y="36263"/>
                  </a:lnTo>
                  <a:lnTo>
                    <a:pt x="409907" y="73888"/>
                  </a:lnTo>
                  <a:lnTo>
                    <a:pt x="414121" y="122408"/>
                  </a:lnTo>
                  <a:lnTo>
                    <a:pt x="409566" y="150262"/>
                  </a:lnTo>
                  <a:lnTo>
                    <a:pt x="384651" y="212172"/>
                  </a:lnTo>
                  <a:lnTo>
                    <a:pt x="363302" y="245834"/>
                  </a:lnTo>
                  <a:lnTo>
                    <a:pt x="335363" y="281039"/>
                  </a:lnTo>
                  <a:lnTo>
                    <a:pt x="300341" y="317589"/>
                  </a:lnTo>
                  <a:lnTo>
                    <a:pt x="257738" y="355288"/>
                  </a:lnTo>
                  <a:lnTo>
                    <a:pt x="207060" y="393938"/>
                  </a:lnTo>
                  <a:lnTo>
                    <a:pt x="156383" y="355288"/>
                  </a:lnTo>
                  <a:lnTo>
                    <a:pt x="113780" y="317589"/>
                  </a:lnTo>
                  <a:lnTo>
                    <a:pt x="78757" y="281039"/>
                  </a:lnTo>
                  <a:lnTo>
                    <a:pt x="50819" y="245834"/>
                  </a:lnTo>
                  <a:lnTo>
                    <a:pt x="29469" y="212172"/>
                  </a:lnTo>
                  <a:lnTo>
                    <a:pt x="4555" y="150262"/>
                  </a:lnTo>
                  <a:lnTo>
                    <a:pt x="0" y="122408"/>
                  </a:lnTo>
                  <a:lnTo>
                    <a:pt x="51" y="96884"/>
                  </a:lnTo>
                  <a:lnTo>
                    <a:pt x="11993" y="53615"/>
                  </a:lnTo>
                  <a:lnTo>
                    <a:pt x="36419" y="22028"/>
                  </a:lnTo>
                  <a:lnTo>
                    <a:pt x="87791" y="0"/>
                  </a:lnTo>
                  <a:lnTo>
                    <a:pt x="126083" y="4512"/>
                  </a:lnTo>
                  <a:lnTo>
                    <a:pt x="162984" y="26221"/>
                  </a:lnTo>
                  <a:lnTo>
                    <a:pt x="194532" y="66701"/>
                  </a:lnTo>
                  <a:lnTo>
                    <a:pt x="207060" y="94472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426653" y="368569"/>
            <a:ext cx="433705" cy="413384"/>
            <a:chOff x="8426653" y="368569"/>
            <a:chExt cx="433705" cy="413384"/>
          </a:xfrm>
        </p:grpSpPr>
        <p:sp>
          <p:nvSpPr>
            <p:cNvPr id="14" name="object 14"/>
            <p:cNvSpPr/>
            <p:nvPr/>
          </p:nvSpPr>
          <p:spPr>
            <a:xfrm>
              <a:off x="8436178" y="378094"/>
              <a:ext cx="414655" cy="394335"/>
            </a:xfrm>
            <a:custGeom>
              <a:avLst/>
              <a:gdLst/>
              <a:ahLst/>
              <a:cxnLst/>
              <a:rect l="l" t="t" r="r" b="b"/>
              <a:pathLst>
                <a:path w="414654" h="394334">
                  <a:moveTo>
                    <a:pt x="326329" y="0"/>
                  </a:moveTo>
                  <a:lnTo>
                    <a:pt x="288038" y="4512"/>
                  </a:lnTo>
                  <a:lnTo>
                    <a:pt x="251136" y="26221"/>
                  </a:lnTo>
                  <a:lnTo>
                    <a:pt x="219588" y="66701"/>
                  </a:lnTo>
                  <a:lnTo>
                    <a:pt x="207060" y="94472"/>
                  </a:lnTo>
                  <a:lnTo>
                    <a:pt x="194532" y="66701"/>
                  </a:lnTo>
                  <a:lnTo>
                    <a:pt x="162984" y="26221"/>
                  </a:lnTo>
                  <a:lnTo>
                    <a:pt x="126083" y="4512"/>
                  </a:lnTo>
                  <a:lnTo>
                    <a:pt x="87791" y="0"/>
                  </a:lnTo>
                  <a:lnTo>
                    <a:pt x="69363" y="3700"/>
                  </a:lnTo>
                  <a:lnTo>
                    <a:pt x="22893" y="36263"/>
                  </a:lnTo>
                  <a:lnTo>
                    <a:pt x="4214" y="73888"/>
                  </a:lnTo>
                  <a:lnTo>
                    <a:pt x="0" y="122408"/>
                  </a:lnTo>
                  <a:lnTo>
                    <a:pt x="4555" y="150262"/>
                  </a:lnTo>
                  <a:lnTo>
                    <a:pt x="29469" y="212172"/>
                  </a:lnTo>
                  <a:lnTo>
                    <a:pt x="50819" y="245834"/>
                  </a:lnTo>
                  <a:lnTo>
                    <a:pt x="78757" y="281039"/>
                  </a:lnTo>
                  <a:lnTo>
                    <a:pt x="113780" y="317589"/>
                  </a:lnTo>
                  <a:lnTo>
                    <a:pt x="156383" y="355288"/>
                  </a:lnTo>
                  <a:lnTo>
                    <a:pt x="207060" y="393938"/>
                  </a:lnTo>
                  <a:lnTo>
                    <a:pt x="257738" y="355288"/>
                  </a:lnTo>
                  <a:lnTo>
                    <a:pt x="300341" y="317589"/>
                  </a:lnTo>
                  <a:lnTo>
                    <a:pt x="335363" y="281039"/>
                  </a:lnTo>
                  <a:lnTo>
                    <a:pt x="363302" y="245834"/>
                  </a:lnTo>
                  <a:lnTo>
                    <a:pt x="384651" y="212172"/>
                  </a:lnTo>
                  <a:lnTo>
                    <a:pt x="409566" y="150262"/>
                  </a:lnTo>
                  <a:lnTo>
                    <a:pt x="414121" y="122408"/>
                  </a:lnTo>
                  <a:lnTo>
                    <a:pt x="414070" y="96884"/>
                  </a:lnTo>
                  <a:lnTo>
                    <a:pt x="402127" y="53615"/>
                  </a:lnTo>
                  <a:lnTo>
                    <a:pt x="377702" y="22028"/>
                  </a:lnTo>
                  <a:lnTo>
                    <a:pt x="3263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36178" y="378094"/>
              <a:ext cx="414655" cy="394335"/>
            </a:xfrm>
            <a:custGeom>
              <a:avLst/>
              <a:gdLst/>
              <a:ahLst/>
              <a:cxnLst/>
              <a:rect l="l" t="t" r="r" b="b"/>
              <a:pathLst>
                <a:path w="414654" h="394334">
                  <a:moveTo>
                    <a:pt x="207060" y="94472"/>
                  </a:moveTo>
                  <a:lnTo>
                    <a:pt x="234445" y="44016"/>
                  </a:lnTo>
                  <a:lnTo>
                    <a:pt x="269166" y="13118"/>
                  </a:lnTo>
                  <a:lnTo>
                    <a:pt x="307258" y="205"/>
                  </a:lnTo>
                  <a:lnTo>
                    <a:pt x="326329" y="0"/>
                  </a:lnTo>
                  <a:lnTo>
                    <a:pt x="344758" y="3700"/>
                  </a:lnTo>
                  <a:lnTo>
                    <a:pt x="391227" y="36263"/>
                  </a:lnTo>
                  <a:lnTo>
                    <a:pt x="409907" y="73888"/>
                  </a:lnTo>
                  <a:lnTo>
                    <a:pt x="414121" y="122408"/>
                  </a:lnTo>
                  <a:lnTo>
                    <a:pt x="409566" y="150262"/>
                  </a:lnTo>
                  <a:lnTo>
                    <a:pt x="384651" y="212172"/>
                  </a:lnTo>
                  <a:lnTo>
                    <a:pt x="363302" y="245834"/>
                  </a:lnTo>
                  <a:lnTo>
                    <a:pt x="335363" y="281039"/>
                  </a:lnTo>
                  <a:lnTo>
                    <a:pt x="300341" y="317589"/>
                  </a:lnTo>
                  <a:lnTo>
                    <a:pt x="257738" y="355288"/>
                  </a:lnTo>
                  <a:lnTo>
                    <a:pt x="207060" y="393938"/>
                  </a:lnTo>
                  <a:lnTo>
                    <a:pt x="156383" y="355288"/>
                  </a:lnTo>
                  <a:lnTo>
                    <a:pt x="113780" y="317589"/>
                  </a:lnTo>
                  <a:lnTo>
                    <a:pt x="78757" y="281039"/>
                  </a:lnTo>
                  <a:lnTo>
                    <a:pt x="50819" y="245834"/>
                  </a:lnTo>
                  <a:lnTo>
                    <a:pt x="29469" y="212172"/>
                  </a:lnTo>
                  <a:lnTo>
                    <a:pt x="4555" y="150262"/>
                  </a:lnTo>
                  <a:lnTo>
                    <a:pt x="0" y="122408"/>
                  </a:lnTo>
                  <a:lnTo>
                    <a:pt x="51" y="96884"/>
                  </a:lnTo>
                  <a:lnTo>
                    <a:pt x="11993" y="53615"/>
                  </a:lnTo>
                  <a:lnTo>
                    <a:pt x="36419" y="22028"/>
                  </a:lnTo>
                  <a:lnTo>
                    <a:pt x="87791" y="0"/>
                  </a:lnTo>
                  <a:lnTo>
                    <a:pt x="126083" y="4512"/>
                  </a:lnTo>
                  <a:lnTo>
                    <a:pt x="162984" y="26221"/>
                  </a:lnTo>
                  <a:lnTo>
                    <a:pt x="194532" y="66701"/>
                  </a:lnTo>
                  <a:lnTo>
                    <a:pt x="207060" y="94472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667" y="1132839"/>
            <a:ext cx="2445512" cy="36995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646" rIns="0" bIns="0" rtlCol="0">
            <a:spAutoFit/>
          </a:bodyPr>
          <a:lstStyle/>
          <a:p>
            <a:pPr marL="62103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USER</a:t>
            </a:r>
            <a:r>
              <a:rPr spc="-350" dirty="0"/>
              <a:t> </a:t>
            </a:r>
            <a:r>
              <a:rPr spc="-25" dirty="0"/>
              <a:t>JOURNEY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130915" y="11302"/>
            <a:ext cx="9763125" cy="4892675"/>
            <a:chOff x="2130915" y="11302"/>
            <a:chExt cx="9763125" cy="48926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7090" y="1157732"/>
              <a:ext cx="2445511" cy="37282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9398" y="1114805"/>
              <a:ext cx="2475611" cy="37711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98635" y="1132840"/>
              <a:ext cx="2494915" cy="37711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0915" y="11302"/>
              <a:ext cx="1524518" cy="10735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7106" y="27038"/>
              <a:ext cx="1594535" cy="10426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60340" y="35551"/>
              <a:ext cx="1008748" cy="10610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11977" y="36535"/>
              <a:ext cx="718649" cy="102719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22689" y="2686672"/>
              <a:ext cx="6259830" cy="599440"/>
            </a:xfrm>
            <a:custGeom>
              <a:avLst/>
              <a:gdLst/>
              <a:ahLst/>
              <a:cxnLst/>
              <a:rect l="l" t="t" r="r" b="b"/>
              <a:pathLst>
                <a:path w="6259830" h="599439">
                  <a:moveTo>
                    <a:pt x="306006" y="332917"/>
                  </a:moveTo>
                  <a:lnTo>
                    <a:pt x="39966" y="66675"/>
                  </a:lnTo>
                  <a:lnTo>
                    <a:pt x="0" y="106641"/>
                  </a:lnTo>
                  <a:lnTo>
                    <a:pt x="226110" y="332917"/>
                  </a:lnTo>
                  <a:lnTo>
                    <a:pt x="12" y="559142"/>
                  </a:lnTo>
                  <a:lnTo>
                    <a:pt x="39966" y="599109"/>
                  </a:lnTo>
                  <a:lnTo>
                    <a:pt x="306006" y="332917"/>
                  </a:lnTo>
                  <a:close/>
                </a:path>
                <a:path w="6259830" h="599439">
                  <a:moveTo>
                    <a:pt x="3228403" y="332917"/>
                  </a:moveTo>
                  <a:lnTo>
                    <a:pt x="2962364" y="66675"/>
                  </a:lnTo>
                  <a:lnTo>
                    <a:pt x="2922397" y="106641"/>
                  </a:lnTo>
                  <a:lnTo>
                    <a:pt x="3148507" y="332917"/>
                  </a:lnTo>
                  <a:lnTo>
                    <a:pt x="2922409" y="559142"/>
                  </a:lnTo>
                  <a:lnTo>
                    <a:pt x="2962364" y="599109"/>
                  </a:lnTo>
                  <a:lnTo>
                    <a:pt x="3228403" y="332917"/>
                  </a:lnTo>
                  <a:close/>
                </a:path>
                <a:path w="6259830" h="599439">
                  <a:moveTo>
                    <a:pt x="6259639" y="266242"/>
                  </a:moveTo>
                  <a:lnTo>
                    <a:pt x="5993600" y="0"/>
                  </a:lnTo>
                  <a:lnTo>
                    <a:pt x="5953633" y="39966"/>
                  </a:lnTo>
                  <a:lnTo>
                    <a:pt x="6179744" y="266242"/>
                  </a:lnTo>
                  <a:lnTo>
                    <a:pt x="5953645" y="492467"/>
                  </a:lnTo>
                  <a:lnTo>
                    <a:pt x="5993600" y="532434"/>
                  </a:lnTo>
                  <a:lnTo>
                    <a:pt x="6259639" y="266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2457" y="5181346"/>
            <a:ext cx="222504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Install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b="1" spc="-90" dirty="0">
                <a:latin typeface="Trebuchet MS"/>
                <a:cs typeface="Trebuchet MS"/>
              </a:rPr>
              <a:t>Tinder</a:t>
            </a:r>
            <a:r>
              <a:rPr sz="2000" b="1" spc="-11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App </a:t>
            </a:r>
            <a:r>
              <a:rPr sz="2000" dirty="0">
                <a:latin typeface="Tahoma"/>
                <a:cs typeface="Tahoma"/>
              </a:rPr>
              <a:t>Download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from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Play </a:t>
            </a:r>
            <a:r>
              <a:rPr sz="2000" spc="-25" dirty="0">
                <a:latin typeface="Tahoma"/>
                <a:cs typeface="Tahoma"/>
              </a:rPr>
              <a:t>Store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/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App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Store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49878" y="5167122"/>
            <a:ext cx="258572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Sign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Up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/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Log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In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Create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account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via </a:t>
            </a:r>
            <a:r>
              <a:rPr sz="2000" dirty="0">
                <a:latin typeface="Tahoma"/>
                <a:cs typeface="Tahoma"/>
              </a:rPr>
              <a:t>phone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number,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Google, Apple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75603" y="5170678"/>
            <a:ext cx="275590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rebuchet MS"/>
                <a:cs typeface="Trebuchet MS"/>
              </a:rPr>
              <a:t>Create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profile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spc="50" dirty="0">
                <a:latin typeface="Tahoma"/>
                <a:cs typeface="Tahoma"/>
              </a:rPr>
              <a:t>Basic</a:t>
            </a:r>
            <a:r>
              <a:rPr sz="2000" spc="-1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details,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Allow </a:t>
            </a:r>
            <a:r>
              <a:rPr sz="2000" dirty="0">
                <a:latin typeface="Tahoma"/>
                <a:cs typeface="Tahoma"/>
              </a:rPr>
              <a:t>location,</a:t>
            </a:r>
            <a:r>
              <a:rPr sz="2000" spc="-1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set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preferences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01581" y="5181346"/>
            <a:ext cx="219138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rebuchet MS"/>
                <a:cs typeface="Trebuchet MS"/>
              </a:rPr>
              <a:t>Subscription: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ahoma"/>
                <a:cs typeface="Tahoma"/>
              </a:rPr>
              <a:t>Plus/Gold/Platinum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606" y="4572596"/>
            <a:ext cx="715645" cy="716280"/>
          </a:xfrm>
          <a:custGeom>
            <a:avLst/>
            <a:gdLst/>
            <a:ahLst/>
            <a:cxnLst/>
            <a:rect l="l" t="t" r="r" b="b"/>
            <a:pathLst>
              <a:path w="715645" h="716279">
                <a:moveTo>
                  <a:pt x="382676" y="188315"/>
                </a:moveTo>
                <a:lnTo>
                  <a:pt x="379285" y="188137"/>
                </a:lnTo>
                <a:lnTo>
                  <a:pt x="357047" y="205828"/>
                </a:lnTo>
                <a:lnTo>
                  <a:pt x="333514" y="221767"/>
                </a:lnTo>
                <a:lnTo>
                  <a:pt x="321970" y="228473"/>
                </a:lnTo>
                <a:lnTo>
                  <a:pt x="310070" y="234492"/>
                </a:lnTo>
                <a:lnTo>
                  <a:pt x="297840" y="239826"/>
                </a:lnTo>
                <a:lnTo>
                  <a:pt x="285305" y="244436"/>
                </a:lnTo>
                <a:lnTo>
                  <a:pt x="285305" y="262356"/>
                </a:lnTo>
                <a:lnTo>
                  <a:pt x="312585" y="250748"/>
                </a:lnTo>
                <a:lnTo>
                  <a:pt x="332282" y="239814"/>
                </a:lnTo>
                <a:lnTo>
                  <a:pt x="350215" y="227774"/>
                </a:lnTo>
                <a:lnTo>
                  <a:pt x="360857" y="218643"/>
                </a:lnTo>
                <a:lnTo>
                  <a:pt x="361022" y="505523"/>
                </a:lnTo>
                <a:lnTo>
                  <a:pt x="382676" y="505523"/>
                </a:lnTo>
                <a:lnTo>
                  <a:pt x="382676" y="188315"/>
                </a:lnTo>
                <a:close/>
              </a:path>
              <a:path w="715645" h="716279">
                <a:moveTo>
                  <a:pt x="715327" y="357860"/>
                </a:moveTo>
                <a:lnTo>
                  <a:pt x="712089" y="309321"/>
                </a:lnTo>
                <a:lnTo>
                  <a:pt x="702602" y="262763"/>
                </a:lnTo>
                <a:lnTo>
                  <a:pt x="696493" y="245148"/>
                </a:lnTo>
                <a:lnTo>
                  <a:pt x="696493" y="357860"/>
                </a:lnTo>
                <a:lnTo>
                  <a:pt x="693407" y="403860"/>
                </a:lnTo>
                <a:lnTo>
                  <a:pt x="684390" y="447979"/>
                </a:lnTo>
                <a:lnTo>
                  <a:pt x="669874" y="489813"/>
                </a:lnTo>
                <a:lnTo>
                  <a:pt x="650240" y="528967"/>
                </a:lnTo>
                <a:lnTo>
                  <a:pt x="625894" y="565023"/>
                </a:lnTo>
                <a:lnTo>
                  <a:pt x="597255" y="597585"/>
                </a:lnTo>
                <a:lnTo>
                  <a:pt x="564718" y="626237"/>
                </a:lnTo>
                <a:lnTo>
                  <a:pt x="528688" y="650595"/>
                </a:lnTo>
                <a:lnTo>
                  <a:pt x="489559" y="670229"/>
                </a:lnTo>
                <a:lnTo>
                  <a:pt x="447738" y="684771"/>
                </a:lnTo>
                <a:lnTo>
                  <a:pt x="403644" y="693775"/>
                </a:lnTo>
                <a:lnTo>
                  <a:pt x="357670" y="696874"/>
                </a:lnTo>
                <a:lnTo>
                  <a:pt x="311696" y="693775"/>
                </a:lnTo>
                <a:lnTo>
                  <a:pt x="267589" y="684771"/>
                </a:lnTo>
                <a:lnTo>
                  <a:pt x="225780" y="670229"/>
                </a:lnTo>
                <a:lnTo>
                  <a:pt x="186651" y="650595"/>
                </a:lnTo>
                <a:lnTo>
                  <a:pt x="150622" y="626237"/>
                </a:lnTo>
                <a:lnTo>
                  <a:pt x="118084" y="597585"/>
                </a:lnTo>
                <a:lnTo>
                  <a:pt x="89433" y="565023"/>
                </a:lnTo>
                <a:lnTo>
                  <a:pt x="65100" y="528967"/>
                </a:lnTo>
                <a:lnTo>
                  <a:pt x="45466" y="489813"/>
                </a:lnTo>
                <a:lnTo>
                  <a:pt x="30937" y="447979"/>
                </a:lnTo>
                <a:lnTo>
                  <a:pt x="21932" y="403860"/>
                </a:lnTo>
                <a:lnTo>
                  <a:pt x="18834" y="357860"/>
                </a:lnTo>
                <a:lnTo>
                  <a:pt x="21971" y="311873"/>
                </a:lnTo>
                <a:lnTo>
                  <a:pt x="31026" y="267779"/>
                </a:lnTo>
                <a:lnTo>
                  <a:pt x="45567" y="225971"/>
                </a:lnTo>
                <a:lnTo>
                  <a:pt x="65214" y="186842"/>
                </a:lnTo>
                <a:lnTo>
                  <a:pt x="89547" y="150799"/>
                </a:lnTo>
                <a:lnTo>
                  <a:pt x="118186" y="118262"/>
                </a:lnTo>
                <a:lnTo>
                  <a:pt x="150723" y="89611"/>
                </a:lnTo>
                <a:lnTo>
                  <a:pt x="186740" y="65252"/>
                </a:lnTo>
                <a:lnTo>
                  <a:pt x="225844" y="45593"/>
                </a:lnTo>
                <a:lnTo>
                  <a:pt x="267639" y="31038"/>
                </a:lnTo>
                <a:lnTo>
                  <a:pt x="311708" y="21983"/>
                </a:lnTo>
                <a:lnTo>
                  <a:pt x="357670" y="18846"/>
                </a:lnTo>
                <a:lnTo>
                  <a:pt x="404406" y="21983"/>
                </a:lnTo>
                <a:lnTo>
                  <a:pt x="403898" y="21983"/>
                </a:lnTo>
                <a:lnTo>
                  <a:pt x="448170" y="31038"/>
                </a:lnTo>
                <a:lnTo>
                  <a:pt x="447992" y="31038"/>
                </a:lnTo>
                <a:lnTo>
                  <a:pt x="489775" y="45593"/>
                </a:lnTo>
                <a:lnTo>
                  <a:pt x="528866" y="65252"/>
                </a:lnTo>
                <a:lnTo>
                  <a:pt x="564857" y="89611"/>
                </a:lnTo>
                <a:lnTo>
                  <a:pt x="597369" y="118262"/>
                </a:lnTo>
                <a:lnTo>
                  <a:pt x="625970" y="150799"/>
                </a:lnTo>
                <a:lnTo>
                  <a:pt x="650278" y="186842"/>
                </a:lnTo>
                <a:lnTo>
                  <a:pt x="669899" y="225971"/>
                </a:lnTo>
                <a:lnTo>
                  <a:pt x="684403" y="267779"/>
                </a:lnTo>
                <a:lnTo>
                  <a:pt x="693407" y="311873"/>
                </a:lnTo>
                <a:lnTo>
                  <a:pt x="696493" y="357860"/>
                </a:lnTo>
                <a:lnTo>
                  <a:pt x="696493" y="245148"/>
                </a:lnTo>
                <a:lnTo>
                  <a:pt x="666597" y="177292"/>
                </a:lnTo>
                <a:lnTo>
                  <a:pt x="640930" y="139242"/>
                </a:lnTo>
                <a:lnTo>
                  <a:pt x="610730" y="104876"/>
                </a:lnTo>
                <a:lnTo>
                  <a:pt x="576414" y="74625"/>
                </a:lnTo>
                <a:lnTo>
                  <a:pt x="538403" y="48907"/>
                </a:lnTo>
                <a:lnTo>
                  <a:pt x="497128" y="28168"/>
                </a:lnTo>
                <a:lnTo>
                  <a:pt x="470344" y="18846"/>
                </a:lnTo>
                <a:lnTo>
                  <a:pt x="453021" y="12814"/>
                </a:lnTo>
                <a:lnTo>
                  <a:pt x="406501" y="3276"/>
                </a:lnTo>
                <a:lnTo>
                  <a:pt x="357987" y="0"/>
                </a:lnTo>
                <a:lnTo>
                  <a:pt x="357670" y="0"/>
                </a:lnTo>
                <a:lnTo>
                  <a:pt x="309041" y="3276"/>
                </a:lnTo>
                <a:lnTo>
                  <a:pt x="262496" y="12814"/>
                </a:lnTo>
                <a:lnTo>
                  <a:pt x="218363" y="28168"/>
                </a:lnTo>
                <a:lnTo>
                  <a:pt x="177063" y="48907"/>
                </a:lnTo>
                <a:lnTo>
                  <a:pt x="139039" y="74625"/>
                </a:lnTo>
                <a:lnTo>
                  <a:pt x="104711" y="104876"/>
                </a:lnTo>
                <a:lnTo>
                  <a:pt x="74485" y="139242"/>
                </a:lnTo>
                <a:lnTo>
                  <a:pt x="48806" y="177292"/>
                </a:lnTo>
                <a:lnTo>
                  <a:pt x="28092" y="218605"/>
                </a:lnTo>
                <a:lnTo>
                  <a:pt x="12776" y="262763"/>
                </a:lnTo>
                <a:lnTo>
                  <a:pt x="3263" y="309321"/>
                </a:lnTo>
                <a:lnTo>
                  <a:pt x="0" y="357860"/>
                </a:lnTo>
                <a:lnTo>
                  <a:pt x="3263" y="406412"/>
                </a:lnTo>
                <a:lnTo>
                  <a:pt x="12776" y="452996"/>
                </a:lnTo>
                <a:lnTo>
                  <a:pt x="28105" y="497154"/>
                </a:lnTo>
                <a:lnTo>
                  <a:pt x="48831" y="538480"/>
                </a:lnTo>
                <a:lnTo>
                  <a:pt x="74523" y="576541"/>
                </a:lnTo>
                <a:lnTo>
                  <a:pt x="104762" y="610908"/>
                </a:lnTo>
                <a:lnTo>
                  <a:pt x="139115" y="641159"/>
                </a:lnTo>
                <a:lnTo>
                  <a:pt x="177152" y="666864"/>
                </a:lnTo>
                <a:lnTo>
                  <a:pt x="218452" y="687603"/>
                </a:lnTo>
                <a:lnTo>
                  <a:pt x="262585" y="702932"/>
                </a:lnTo>
                <a:lnTo>
                  <a:pt x="309130" y="712457"/>
                </a:lnTo>
                <a:lnTo>
                  <a:pt x="357670" y="715721"/>
                </a:lnTo>
                <a:lnTo>
                  <a:pt x="406196" y="712457"/>
                </a:lnTo>
                <a:lnTo>
                  <a:pt x="452742" y="702932"/>
                </a:lnTo>
                <a:lnTo>
                  <a:pt x="496887" y="687603"/>
                </a:lnTo>
                <a:lnTo>
                  <a:pt x="538187" y="666864"/>
                </a:lnTo>
                <a:lnTo>
                  <a:pt x="576224" y="641159"/>
                </a:lnTo>
                <a:lnTo>
                  <a:pt x="610577" y="610908"/>
                </a:lnTo>
                <a:lnTo>
                  <a:pt x="640803" y="576541"/>
                </a:lnTo>
                <a:lnTo>
                  <a:pt x="666496" y="538480"/>
                </a:lnTo>
                <a:lnTo>
                  <a:pt x="687222" y="497154"/>
                </a:lnTo>
                <a:lnTo>
                  <a:pt x="702551" y="452996"/>
                </a:lnTo>
                <a:lnTo>
                  <a:pt x="712063" y="406412"/>
                </a:lnTo>
                <a:lnTo>
                  <a:pt x="715327" y="357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83623" y="4547704"/>
            <a:ext cx="715645" cy="716280"/>
          </a:xfrm>
          <a:custGeom>
            <a:avLst/>
            <a:gdLst/>
            <a:ahLst/>
            <a:cxnLst/>
            <a:rect l="l" t="t" r="r" b="b"/>
            <a:pathLst>
              <a:path w="715645" h="716279">
                <a:moveTo>
                  <a:pt x="445389" y="486740"/>
                </a:moveTo>
                <a:lnTo>
                  <a:pt x="287807" y="486740"/>
                </a:lnTo>
                <a:lnTo>
                  <a:pt x="287807" y="483450"/>
                </a:lnTo>
                <a:lnTo>
                  <a:pt x="299554" y="440512"/>
                </a:lnTo>
                <a:lnTo>
                  <a:pt x="326885" y="412407"/>
                </a:lnTo>
                <a:lnTo>
                  <a:pt x="373761" y="377405"/>
                </a:lnTo>
                <a:lnTo>
                  <a:pt x="396087" y="359422"/>
                </a:lnTo>
                <a:lnTo>
                  <a:pt x="427647" y="320522"/>
                </a:lnTo>
                <a:lnTo>
                  <a:pt x="438759" y="279120"/>
                </a:lnTo>
                <a:lnTo>
                  <a:pt x="438746" y="262356"/>
                </a:lnTo>
                <a:lnTo>
                  <a:pt x="424357" y="221373"/>
                </a:lnTo>
                <a:lnTo>
                  <a:pt x="391236" y="196938"/>
                </a:lnTo>
                <a:lnTo>
                  <a:pt x="343966" y="190512"/>
                </a:lnTo>
                <a:lnTo>
                  <a:pt x="332943" y="191935"/>
                </a:lnTo>
                <a:lnTo>
                  <a:pt x="293497" y="206756"/>
                </a:lnTo>
                <a:lnTo>
                  <a:pt x="276961" y="218173"/>
                </a:lnTo>
                <a:lnTo>
                  <a:pt x="276961" y="240792"/>
                </a:lnTo>
                <a:lnTo>
                  <a:pt x="292227" y="228688"/>
                </a:lnTo>
                <a:lnTo>
                  <a:pt x="308902" y="218617"/>
                </a:lnTo>
                <a:lnTo>
                  <a:pt x="318935" y="214134"/>
                </a:lnTo>
                <a:lnTo>
                  <a:pt x="329387" y="210896"/>
                </a:lnTo>
                <a:lnTo>
                  <a:pt x="340156" y="208927"/>
                </a:lnTo>
                <a:lnTo>
                  <a:pt x="351129" y="208254"/>
                </a:lnTo>
                <a:lnTo>
                  <a:pt x="364528" y="209219"/>
                </a:lnTo>
                <a:lnTo>
                  <a:pt x="406349" y="234492"/>
                </a:lnTo>
                <a:lnTo>
                  <a:pt x="416674" y="273380"/>
                </a:lnTo>
                <a:lnTo>
                  <a:pt x="415658" y="288315"/>
                </a:lnTo>
                <a:lnTo>
                  <a:pt x="394779" y="334060"/>
                </a:lnTo>
                <a:lnTo>
                  <a:pt x="311048" y="403136"/>
                </a:lnTo>
                <a:lnTo>
                  <a:pt x="297002" y="415658"/>
                </a:lnTo>
                <a:lnTo>
                  <a:pt x="272211" y="450265"/>
                </a:lnTo>
                <a:lnTo>
                  <a:pt x="264591" y="505523"/>
                </a:lnTo>
                <a:lnTo>
                  <a:pt x="445389" y="505587"/>
                </a:lnTo>
                <a:lnTo>
                  <a:pt x="445389" y="486740"/>
                </a:lnTo>
                <a:close/>
              </a:path>
              <a:path w="715645" h="716279">
                <a:moveTo>
                  <a:pt x="715327" y="357860"/>
                </a:moveTo>
                <a:lnTo>
                  <a:pt x="712089" y="309321"/>
                </a:lnTo>
                <a:lnTo>
                  <a:pt x="702602" y="262763"/>
                </a:lnTo>
                <a:lnTo>
                  <a:pt x="696493" y="245148"/>
                </a:lnTo>
                <a:lnTo>
                  <a:pt x="696493" y="357860"/>
                </a:lnTo>
                <a:lnTo>
                  <a:pt x="693407" y="403860"/>
                </a:lnTo>
                <a:lnTo>
                  <a:pt x="684390" y="447979"/>
                </a:lnTo>
                <a:lnTo>
                  <a:pt x="669861" y="489813"/>
                </a:lnTo>
                <a:lnTo>
                  <a:pt x="650240" y="528967"/>
                </a:lnTo>
                <a:lnTo>
                  <a:pt x="625894" y="565023"/>
                </a:lnTo>
                <a:lnTo>
                  <a:pt x="597255" y="597585"/>
                </a:lnTo>
                <a:lnTo>
                  <a:pt x="564718" y="626237"/>
                </a:lnTo>
                <a:lnTo>
                  <a:pt x="528675" y="650595"/>
                </a:lnTo>
                <a:lnTo>
                  <a:pt x="489546" y="670229"/>
                </a:lnTo>
                <a:lnTo>
                  <a:pt x="447738" y="684771"/>
                </a:lnTo>
                <a:lnTo>
                  <a:pt x="403644" y="693775"/>
                </a:lnTo>
                <a:lnTo>
                  <a:pt x="357670" y="696874"/>
                </a:lnTo>
                <a:lnTo>
                  <a:pt x="311683" y="693775"/>
                </a:lnTo>
                <a:lnTo>
                  <a:pt x="267589" y="684771"/>
                </a:lnTo>
                <a:lnTo>
                  <a:pt x="225780" y="670229"/>
                </a:lnTo>
                <a:lnTo>
                  <a:pt x="186651" y="650595"/>
                </a:lnTo>
                <a:lnTo>
                  <a:pt x="150609" y="626237"/>
                </a:lnTo>
                <a:lnTo>
                  <a:pt x="118071" y="597585"/>
                </a:lnTo>
                <a:lnTo>
                  <a:pt x="89433" y="565023"/>
                </a:lnTo>
                <a:lnTo>
                  <a:pt x="65100" y="528967"/>
                </a:lnTo>
                <a:lnTo>
                  <a:pt x="45466" y="489813"/>
                </a:lnTo>
                <a:lnTo>
                  <a:pt x="30937" y="447979"/>
                </a:lnTo>
                <a:lnTo>
                  <a:pt x="21932" y="403860"/>
                </a:lnTo>
                <a:lnTo>
                  <a:pt x="18834" y="357860"/>
                </a:lnTo>
                <a:lnTo>
                  <a:pt x="21971" y="311873"/>
                </a:lnTo>
                <a:lnTo>
                  <a:pt x="31026" y="267779"/>
                </a:lnTo>
                <a:lnTo>
                  <a:pt x="45567" y="225971"/>
                </a:lnTo>
                <a:lnTo>
                  <a:pt x="65214" y="186842"/>
                </a:lnTo>
                <a:lnTo>
                  <a:pt x="89560" y="150799"/>
                </a:lnTo>
                <a:lnTo>
                  <a:pt x="118186" y="118262"/>
                </a:lnTo>
                <a:lnTo>
                  <a:pt x="150723" y="89611"/>
                </a:lnTo>
                <a:lnTo>
                  <a:pt x="186740" y="65252"/>
                </a:lnTo>
                <a:lnTo>
                  <a:pt x="225844" y="45593"/>
                </a:lnTo>
                <a:lnTo>
                  <a:pt x="267639" y="31038"/>
                </a:lnTo>
                <a:lnTo>
                  <a:pt x="311708" y="21983"/>
                </a:lnTo>
                <a:lnTo>
                  <a:pt x="357670" y="18846"/>
                </a:lnTo>
                <a:lnTo>
                  <a:pt x="404406" y="21983"/>
                </a:lnTo>
                <a:lnTo>
                  <a:pt x="403885" y="21983"/>
                </a:lnTo>
                <a:lnTo>
                  <a:pt x="448170" y="31038"/>
                </a:lnTo>
                <a:lnTo>
                  <a:pt x="447992" y="31038"/>
                </a:lnTo>
                <a:lnTo>
                  <a:pt x="489775" y="45593"/>
                </a:lnTo>
                <a:lnTo>
                  <a:pt x="528866" y="65252"/>
                </a:lnTo>
                <a:lnTo>
                  <a:pt x="564857" y="89611"/>
                </a:lnTo>
                <a:lnTo>
                  <a:pt x="597357" y="118262"/>
                </a:lnTo>
                <a:lnTo>
                  <a:pt x="625970" y="150799"/>
                </a:lnTo>
                <a:lnTo>
                  <a:pt x="650278" y="186842"/>
                </a:lnTo>
                <a:lnTo>
                  <a:pt x="669886" y="225971"/>
                </a:lnTo>
                <a:lnTo>
                  <a:pt x="684403" y="267779"/>
                </a:lnTo>
                <a:lnTo>
                  <a:pt x="693407" y="311873"/>
                </a:lnTo>
                <a:lnTo>
                  <a:pt x="696493" y="357860"/>
                </a:lnTo>
                <a:lnTo>
                  <a:pt x="696493" y="245148"/>
                </a:lnTo>
                <a:lnTo>
                  <a:pt x="666597" y="177292"/>
                </a:lnTo>
                <a:lnTo>
                  <a:pt x="640943" y="139242"/>
                </a:lnTo>
                <a:lnTo>
                  <a:pt x="610730" y="104876"/>
                </a:lnTo>
                <a:lnTo>
                  <a:pt x="576414" y="74625"/>
                </a:lnTo>
                <a:lnTo>
                  <a:pt x="538416" y="48907"/>
                </a:lnTo>
                <a:lnTo>
                  <a:pt x="497141" y="28168"/>
                </a:lnTo>
                <a:lnTo>
                  <a:pt x="470357" y="18846"/>
                </a:lnTo>
                <a:lnTo>
                  <a:pt x="453034" y="12814"/>
                </a:lnTo>
                <a:lnTo>
                  <a:pt x="406514" y="3276"/>
                </a:lnTo>
                <a:lnTo>
                  <a:pt x="358000" y="0"/>
                </a:lnTo>
                <a:lnTo>
                  <a:pt x="357670" y="0"/>
                </a:lnTo>
                <a:lnTo>
                  <a:pt x="309041" y="3276"/>
                </a:lnTo>
                <a:lnTo>
                  <a:pt x="262483" y="12814"/>
                </a:lnTo>
                <a:lnTo>
                  <a:pt x="218351" y="28168"/>
                </a:lnTo>
                <a:lnTo>
                  <a:pt x="177063" y="48907"/>
                </a:lnTo>
                <a:lnTo>
                  <a:pt x="139039" y="74625"/>
                </a:lnTo>
                <a:lnTo>
                  <a:pt x="104698" y="104876"/>
                </a:lnTo>
                <a:lnTo>
                  <a:pt x="74485" y="139242"/>
                </a:lnTo>
                <a:lnTo>
                  <a:pt x="48806" y="177292"/>
                </a:lnTo>
                <a:lnTo>
                  <a:pt x="28092" y="218605"/>
                </a:lnTo>
                <a:lnTo>
                  <a:pt x="12763" y="262763"/>
                </a:lnTo>
                <a:lnTo>
                  <a:pt x="3263" y="309321"/>
                </a:lnTo>
                <a:lnTo>
                  <a:pt x="0" y="357860"/>
                </a:lnTo>
                <a:lnTo>
                  <a:pt x="3263" y="406412"/>
                </a:lnTo>
                <a:lnTo>
                  <a:pt x="12776" y="452996"/>
                </a:lnTo>
                <a:lnTo>
                  <a:pt x="28105" y="497154"/>
                </a:lnTo>
                <a:lnTo>
                  <a:pt x="48831" y="538480"/>
                </a:lnTo>
                <a:lnTo>
                  <a:pt x="74523" y="576541"/>
                </a:lnTo>
                <a:lnTo>
                  <a:pt x="104762" y="610908"/>
                </a:lnTo>
                <a:lnTo>
                  <a:pt x="139103" y="641159"/>
                </a:lnTo>
                <a:lnTo>
                  <a:pt x="177139" y="666864"/>
                </a:lnTo>
                <a:lnTo>
                  <a:pt x="218440" y="687603"/>
                </a:lnTo>
                <a:lnTo>
                  <a:pt x="262585" y="702932"/>
                </a:lnTo>
                <a:lnTo>
                  <a:pt x="309130" y="712457"/>
                </a:lnTo>
                <a:lnTo>
                  <a:pt x="357670" y="715721"/>
                </a:lnTo>
                <a:lnTo>
                  <a:pt x="406196" y="712457"/>
                </a:lnTo>
                <a:lnTo>
                  <a:pt x="452742" y="702932"/>
                </a:lnTo>
                <a:lnTo>
                  <a:pt x="496887" y="687603"/>
                </a:lnTo>
                <a:lnTo>
                  <a:pt x="538187" y="666864"/>
                </a:lnTo>
                <a:lnTo>
                  <a:pt x="576224" y="641159"/>
                </a:lnTo>
                <a:lnTo>
                  <a:pt x="610565" y="610908"/>
                </a:lnTo>
                <a:lnTo>
                  <a:pt x="640803" y="576541"/>
                </a:lnTo>
                <a:lnTo>
                  <a:pt x="666496" y="538480"/>
                </a:lnTo>
                <a:lnTo>
                  <a:pt x="687222" y="497154"/>
                </a:lnTo>
                <a:lnTo>
                  <a:pt x="702551" y="452996"/>
                </a:lnTo>
                <a:lnTo>
                  <a:pt x="712063" y="406412"/>
                </a:lnTo>
                <a:lnTo>
                  <a:pt x="715327" y="357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03430" y="4572596"/>
            <a:ext cx="715645" cy="716280"/>
          </a:xfrm>
          <a:custGeom>
            <a:avLst/>
            <a:gdLst/>
            <a:ahLst/>
            <a:cxnLst/>
            <a:rect l="l" t="t" r="r" b="b"/>
            <a:pathLst>
              <a:path w="715645" h="716279">
                <a:moveTo>
                  <a:pt x="439166" y="422668"/>
                </a:moveTo>
                <a:lnTo>
                  <a:pt x="423557" y="383705"/>
                </a:lnTo>
                <a:lnTo>
                  <a:pt x="389826" y="361086"/>
                </a:lnTo>
                <a:lnTo>
                  <a:pt x="365709" y="355981"/>
                </a:lnTo>
                <a:lnTo>
                  <a:pt x="365709" y="349656"/>
                </a:lnTo>
                <a:lnTo>
                  <a:pt x="394639" y="337756"/>
                </a:lnTo>
                <a:lnTo>
                  <a:pt x="413448" y="321132"/>
                </a:lnTo>
                <a:lnTo>
                  <a:pt x="424662" y="298958"/>
                </a:lnTo>
                <a:lnTo>
                  <a:pt x="428383" y="271119"/>
                </a:lnTo>
                <a:lnTo>
                  <a:pt x="428091" y="263042"/>
                </a:lnTo>
                <a:lnTo>
                  <a:pt x="409435" y="222313"/>
                </a:lnTo>
                <a:lnTo>
                  <a:pt x="362737" y="200660"/>
                </a:lnTo>
                <a:lnTo>
                  <a:pt x="346938" y="199555"/>
                </a:lnTo>
                <a:lnTo>
                  <a:pt x="329933" y="200660"/>
                </a:lnTo>
                <a:lnTo>
                  <a:pt x="313245" y="203822"/>
                </a:lnTo>
                <a:lnTo>
                  <a:pt x="297078" y="208991"/>
                </a:lnTo>
                <a:lnTo>
                  <a:pt x="281597" y="216115"/>
                </a:lnTo>
                <a:lnTo>
                  <a:pt x="281597" y="236499"/>
                </a:lnTo>
                <a:lnTo>
                  <a:pt x="295300" y="228587"/>
                </a:lnTo>
                <a:lnTo>
                  <a:pt x="309918" y="222758"/>
                </a:lnTo>
                <a:lnTo>
                  <a:pt x="325221" y="219100"/>
                </a:lnTo>
                <a:lnTo>
                  <a:pt x="340982" y="217652"/>
                </a:lnTo>
                <a:lnTo>
                  <a:pt x="354025" y="217995"/>
                </a:lnTo>
                <a:lnTo>
                  <a:pt x="389293" y="233349"/>
                </a:lnTo>
                <a:lnTo>
                  <a:pt x="405650" y="278460"/>
                </a:lnTo>
                <a:lnTo>
                  <a:pt x="404774" y="292671"/>
                </a:lnTo>
                <a:lnTo>
                  <a:pt x="383628" y="328409"/>
                </a:lnTo>
                <a:lnTo>
                  <a:pt x="339559" y="344309"/>
                </a:lnTo>
                <a:lnTo>
                  <a:pt x="319798" y="345363"/>
                </a:lnTo>
                <a:lnTo>
                  <a:pt x="299910" y="345363"/>
                </a:lnTo>
                <a:lnTo>
                  <a:pt x="299910" y="363270"/>
                </a:lnTo>
                <a:lnTo>
                  <a:pt x="321779" y="363270"/>
                </a:lnTo>
                <a:lnTo>
                  <a:pt x="343496" y="364363"/>
                </a:lnTo>
                <a:lnTo>
                  <a:pt x="392239" y="380669"/>
                </a:lnTo>
                <a:lnTo>
                  <a:pt x="415874" y="418045"/>
                </a:lnTo>
                <a:lnTo>
                  <a:pt x="416890" y="433209"/>
                </a:lnTo>
                <a:lnTo>
                  <a:pt x="416610" y="441325"/>
                </a:lnTo>
                <a:lnTo>
                  <a:pt x="397484" y="481698"/>
                </a:lnTo>
                <a:lnTo>
                  <a:pt x="351574" y="501586"/>
                </a:lnTo>
                <a:lnTo>
                  <a:pt x="336562" y="502539"/>
                </a:lnTo>
                <a:lnTo>
                  <a:pt x="318731" y="501040"/>
                </a:lnTo>
                <a:lnTo>
                  <a:pt x="301396" y="497014"/>
                </a:lnTo>
                <a:lnTo>
                  <a:pt x="284810" y="490562"/>
                </a:lnTo>
                <a:lnTo>
                  <a:pt x="269227" y="481761"/>
                </a:lnTo>
                <a:lnTo>
                  <a:pt x="269227" y="504825"/>
                </a:lnTo>
                <a:lnTo>
                  <a:pt x="284988" y="511886"/>
                </a:lnTo>
                <a:lnTo>
                  <a:pt x="301459" y="516890"/>
                </a:lnTo>
                <a:lnTo>
                  <a:pt x="318427" y="519760"/>
                </a:lnTo>
                <a:lnTo>
                  <a:pt x="335686" y="520458"/>
                </a:lnTo>
                <a:lnTo>
                  <a:pt x="345986" y="520141"/>
                </a:lnTo>
                <a:lnTo>
                  <a:pt x="385152" y="511276"/>
                </a:lnTo>
                <a:lnTo>
                  <a:pt x="421906" y="484022"/>
                </a:lnTo>
                <a:lnTo>
                  <a:pt x="439064" y="440055"/>
                </a:lnTo>
                <a:lnTo>
                  <a:pt x="439166" y="422668"/>
                </a:lnTo>
                <a:close/>
              </a:path>
              <a:path w="715645" h="716279">
                <a:moveTo>
                  <a:pt x="715327" y="357860"/>
                </a:moveTo>
                <a:lnTo>
                  <a:pt x="712089" y="309321"/>
                </a:lnTo>
                <a:lnTo>
                  <a:pt x="702602" y="262763"/>
                </a:lnTo>
                <a:lnTo>
                  <a:pt x="696493" y="245148"/>
                </a:lnTo>
                <a:lnTo>
                  <a:pt x="696493" y="357860"/>
                </a:lnTo>
                <a:lnTo>
                  <a:pt x="693407" y="403860"/>
                </a:lnTo>
                <a:lnTo>
                  <a:pt x="684390" y="447979"/>
                </a:lnTo>
                <a:lnTo>
                  <a:pt x="669861" y="489813"/>
                </a:lnTo>
                <a:lnTo>
                  <a:pt x="650240" y="528967"/>
                </a:lnTo>
                <a:lnTo>
                  <a:pt x="625894" y="565023"/>
                </a:lnTo>
                <a:lnTo>
                  <a:pt x="597255" y="597585"/>
                </a:lnTo>
                <a:lnTo>
                  <a:pt x="564718" y="626237"/>
                </a:lnTo>
                <a:lnTo>
                  <a:pt x="528675" y="650595"/>
                </a:lnTo>
                <a:lnTo>
                  <a:pt x="489546" y="670229"/>
                </a:lnTo>
                <a:lnTo>
                  <a:pt x="447738" y="684771"/>
                </a:lnTo>
                <a:lnTo>
                  <a:pt x="403644" y="693775"/>
                </a:lnTo>
                <a:lnTo>
                  <a:pt x="357670" y="696874"/>
                </a:lnTo>
                <a:lnTo>
                  <a:pt x="311683" y="693775"/>
                </a:lnTo>
                <a:lnTo>
                  <a:pt x="267589" y="684771"/>
                </a:lnTo>
                <a:lnTo>
                  <a:pt x="225780" y="670229"/>
                </a:lnTo>
                <a:lnTo>
                  <a:pt x="186651" y="650595"/>
                </a:lnTo>
                <a:lnTo>
                  <a:pt x="150609" y="626237"/>
                </a:lnTo>
                <a:lnTo>
                  <a:pt x="118071" y="597585"/>
                </a:lnTo>
                <a:lnTo>
                  <a:pt x="89433" y="565023"/>
                </a:lnTo>
                <a:lnTo>
                  <a:pt x="65087" y="528967"/>
                </a:lnTo>
                <a:lnTo>
                  <a:pt x="45466" y="489813"/>
                </a:lnTo>
                <a:lnTo>
                  <a:pt x="30937" y="447979"/>
                </a:lnTo>
                <a:lnTo>
                  <a:pt x="21932" y="403860"/>
                </a:lnTo>
                <a:lnTo>
                  <a:pt x="18834" y="357860"/>
                </a:lnTo>
                <a:lnTo>
                  <a:pt x="21971" y="311873"/>
                </a:lnTo>
                <a:lnTo>
                  <a:pt x="31013" y="267779"/>
                </a:lnTo>
                <a:lnTo>
                  <a:pt x="45567" y="225971"/>
                </a:lnTo>
                <a:lnTo>
                  <a:pt x="65214" y="186842"/>
                </a:lnTo>
                <a:lnTo>
                  <a:pt x="89560" y="150799"/>
                </a:lnTo>
                <a:lnTo>
                  <a:pt x="118186" y="118262"/>
                </a:lnTo>
                <a:lnTo>
                  <a:pt x="150723" y="89611"/>
                </a:lnTo>
                <a:lnTo>
                  <a:pt x="186740" y="65252"/>
                </a:lnTo>
                <a:lnTo>
                  <a:pt x="225844" y="45593"/>
                </a:lnTo>
                <a:lnTo>
                  <a:pt x="267639" y="31038"/>
                </a:lnTo>
                <a:lnTo>
                  <a:pt x="311708" y="21983"/>
                </a:lnTo>
                <a:lnTo>
                  <a:pt x="357657" y="18846"/>
                </a:lnTo>
                <a:lnTo>
                  <a:pt x="404406" y="21983"/>
                </a:lnTo>
                <a:lnTo>
                  <a:pt x="403885" y="21983"/>
                </a:lnTo>
                <a:lnTo>
                  <a:pt x="448170" y="31038"/>
                </a:lnTo>
                <a:lnTo>
                  <a:pt x="447992" y="31038"/>
                </a:lnTo>
                <a:lnTo>
                  <a:pt x="489775" y="45593"/>
                </a:lnTo>
                <a:lnTo>
                  <a:pt x="528866" y="65252"/>
                </a:lnTo>
                <a:lnTo>
                  <a:pt x="564857" y="89611"/>
                </a:lnTo>
                <a:lnTo>
                  <a:pt x="597357" y="118262"/>
                </a:lnTo>
                <a:lnTo>
                  <a:pt x="625970" y="150799"/>
                </a:lnTo>
                <a:lnTo>
                  <a:pt x="650278" y="186842"/>
                </a:lnTo>
                <a:lnTo>
                  <a:pt x="669886" y="225971"/>
                </a:lnTo>
                <a:lnTo>
                  <a:pt x="684403" y="267779"/>
                </a:lnTo>
                <a:lnTo>
                  <a:pt x="693407" y="311873"/>
                </a:lnTo>
                <a:lnTo>
                  <a:pt x="696493" y="357860"/>
                </a:lnTo>
                <a:lnTo>
                  <a:pt x="696493" y="245148"/>
                </a:lnTo>
                <a:lnTo>
                  <a:pt x="666597" y="177292"/>
                </a:lnTo>
                <a:lnTo>
                  <a:pt x="640943" y="139242"/>
                </a:lnTo>
                <a:lnTo>
                  <a:pt x="610730" y="104876"/>
                </a:lnTo>
                <a:lnTo>
                  <a:pt x="576414" y="74625"/>
                </a:lnTo>
                <a:lnTo>
                  <a:pt x="538416" y="48907"/>
                </a:lnTo>
                <a:lnTo>
                  <a:pt x="497141" y="28168"/>
                </a:lnTo>
                <a:lnTo>
                  <a:pt x="470357" y="18846"/>
                </a:lnTo>
                <a:lnTo>
                  <a:pt x="453034" y="12814"/>
                </a:lnTo>
                <a:lnTo>
                  <a:pt x="406514" y="3276"/>
                </a:lnTo>
                <a:lnTo>
                  <a:pt x="358000" y="0"/>
                </a:lnTo>
                <a:lnTo>
                  <a:pt x="357657" y="0"/>
                </a:lnTo>
                <a:lnTo>
                  <a:pt x="309041" y="3276"/>
                </a:lnTo>
                <a:lnTo>
                  <a:pt x="262483" y="12814"/>
                </a:lnTo>
                <a:lnTo>
                  <a:pt x="218351" y="28168"/>
                </a:lnTo>
                <a:lnTo>
                  <a:pt x="177063" y="48907"/>
                </a:lnTo>
                <a:lnTo>
                  <a:pt x="139039" y="74625"/>
                </a:lnTo>
                <a:lnTo>
                  <a:pt x="104698" y="104876"/>
                </a:lnTo>
                <a:lnTo>
                  <a:pt x="74485" y="139242"/>
                </a:lnTo>
                <a:lnTo>
                  <a:pt x="48806" y="177292"/>
                </a:lnTo>
                <a:lnTo>
                  <a:pt x="28092" y="218605"/>
                </a:lnTo>
                <a:lnTo>
                  <a:pt x="12763" y="262763"/>
                </a:lnTo>
                <a:lnTo>
                  <a:pt x="3263" y="309321"/>
                </a:lnTo>
                <a:lnTo>
                  <a:pt x="0" y="357860"/>
                </a:lnTo>
                <a:lnTo>
                  <a:pt x="3263" y="406412"/>
                </a:lnTo>
                <a:lnTo>
                  <a:pt x="12776" y="452996"/>
                </a:lnTo>
                <a:lnTo>
                  <a:pt x="28105" y="497154"/>
                </a:lnTo>
                <a:lnTo>
                  <a:pt x="48831" y="538480"/>
                </a:lnTo>
                <a:lnTo>
                  <a:pt x="74523" y="576541"/>
                </a:lnTo>
                <a:lnTo>
                  <a:pt x="104762" y="610908"/>
                </a:lnTo>
                <a:lnTo>
                  <a:pt x="139103" y="641159"/>
                </a:lnTo>
                <a:lnTo>
                  <a:pt x="177139" y="666864"/>
                </a:lnTo>
                <a:lnTo>
                  <a:pt x="218440" y="687603"/>
                </a:lnTo>
                <a:lnTo>
                  <a:pt x="262585" y="702932"/>
                </a:lnTo>
                <a:lnTo>
                  <a:pt x="309130" y="712457"/>
                </a:lnTo>
                <a:lnTo>
                  <a:pt x="357670" y="715721"/>
                </a:lnTo>
                <a:lnTo>
                  <a:pt x="406196" y="712457"/>
                </a:lnTo>
                <a:lnTo>
                  <a:pt x="452742" y="702932"/>
                </a:lnTo>
                <a:lnTo>
                  <a:pt x="496887" y="687603"/>
                </a:lnTo>
                <a:lnTo>
                  <a:pt x="538187" y="666864"/>
                </a:lnTo>
                <a:lnTo>
                  <a:pt x="576224" y="641159"/>
                </a:lnTo>
                <a:lnTo>
                  <a:pt x="610565" y="610908"/>
                </a:lnTo>
                <a:lnTo>
                  <a:pt x="640803" y="576541"/>
                </a:lnTo>
                <a:lnTo>
                  <a:pt x="666496" y="538480"/>
                </a:lnTo>
                <a:lnTo>
                  <a:pt x="687222" y="497154"/>
                </a:lnTo>
                <a:lnTo>
                  <a:pt x="702551" y="452996"/>
                </a:lnTo>
                <a:lnTo>
                  <a:pt x="712063" y="406412"/>
                </a:lnTo>
                <a:lnTo>
                  <a:pt x="715327" y="357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070480" y="4664925"/>
            <a:ext cx="715645" cy="716280"/>
          </a:xfrm>
          <a:custGeom>
            <a:avLst/>
            <a:gdLst/>
            <a:ahLst/>
            <a:cxnLst/>
            <a:rect l="l" t="t" r="r" b="b"/>
            <a:pathLst>
              <a:path w="715645" h="716279">
                <a:moveTo>
                  <a:pt x="450075" y="407873"/>
                </a:moveTo>
                <a:lnTo>
                  <a:pt x="400634" y="407873"/>
                </a:lnTo>
                <a:lnTo>
                  <a:pt x="400634" y="225145"/>
                </a:lnTo>
                <a:lnTo>
                  <a:pt x="400634" y="195414"/>
                </a:lnTo>
                <a:lnTo>
                  <a:pt x="379183" y="195414"/>
                </a:lnTo>
                <a:lnTo>
                  <a:pt x="379183" y="225145"/>
                </a:lnTo>
                <a:lnTo>
                  <a:pt x="379183" y="407873"/>
                </a:lnTo>
                <a:lnTo>
                  <a:pt x="251028" y="407873"/>
                </a:lnTo>
                <a:lnTo>
                  <a:pt x="261366" y="395300"/>
                </a:lnTo>
                <a:lnTo>
                  <a:pt x="274015" y="379730"/>
                </a:lnTo>
                <a:lnTo>
                  <a:pt x="302094" y="343585"/>
                </a:lnTo>
                <a:lnTo>
                  <a:pt x="324866" y="311721"/>
                </a:lnTo>
                <a:lnTo>
                  <a:pt x="348742" y="275844"/>
                </a:lnTo>
                <a:lnTo>
                  <a:pt x="373037" y="235762"/>
                </a:lnTo>
                <a:lnTo>
                  <a:pt x="379183" y="225145"/>
                </a:lnTo>
                <a:lnTo>
                  <a:pt x="379183" y="195414"/>
                </a:lnTo>
                <a:lnTo>
                  <a:pt x="375780" y="195414"/>
                </a:lnTo>
                <a:lnTo>
                  <a:pt x="369481" y="208114"/>
                </a:lnTo>
                <a:lnTo>
                  <a:pt x="362864" y="220649"/>
                </a:lnTo>
                <a:lnTo>
                  <a:pt x="340207" y="258864"/>
                </a:lnTo>
                <a:lnTo>
                  <a:pt x="312369" y="300570"/>
                </a:lnTo>
                <a:lnTo>
                  <a:pt x="281736" y="342150"/>
                </a:lnTo>
                <a:lnTo>
                  <a:pt x="249986" y="381584"/>
                </a:lnTo>
                <a:lnTo>
                  <a:pt x="229311" y="405460"/>
                </a:lnTo>
                <a:lnTo>
                  <a:pt x="229311" y="426897"/>
                </a:lnTo>
                <a:lnTo>
                  <a:pt x="379183" y="426897"/>
                </a:lnTo>
                <a:lnTo>
                  <a:pt x="379183" y="505523"/>
                </a:lnTo>
                <a:lnTo>
                  <a:pt x="400634" y="505523"/>
                </a:lnTo>
                <a:lnTo>
                  <a:pt x="400634" y="426897"/>
                </a:lnTo>
                <a:lnTo>
                  <a:pt x="450075" y="426897"/>
                </a:lnTo>
                <a:lnTo>
                  <a:pt x="450075" y="407873"/>
                </a:lnTo>
                <a:close/>
              </a:path>
              <a:path w="715645" h="716279">
                <a:moveTo>
                  <a:pt x="715327" y="357860"/>
                </a:moveTo>
                <a:lnTo>
                  <a:pt x="712089" y="309321"/>
                </a:lnTo>
                <a:lnTo>
                  <a:pt x="702602" y="262763"/>
                </a:lnTo>
                <a:lnTo>
                  <a:pt x="696493" y="245148"/>
                </a:lnTo>
                <a:lnTo>
                  <a:pt x="696493" y="357860"/>
                </a:lnTo>
                <a:lnTo>
                  <a:pt x="693407" y="403860"/>
                </a:lnTo>
                <a:lnTo>
                  <a:pt x="684390" y="447979"/>
                </a:lnTo>
                <a:lnTo>
                  <a:pt x="669861" y="489813"/>
                </a:lnTo>
                <a:lnTo>
                  <a:pt x="650240" y="528967"/>
                </a:lnTo>
                <a:lnTo>
                  <a:pt x="625894" y="565023"/>
                </a:lnTo>
                <a:lnTo>
                  <a:pt x="597255" y="597585"/>
                </a:lnTo>
                <a:lnTo>
                  <a:pt x="564718" y="626237"/>
                </a:lnTo>
                <a:lnTo>
                  <a:pt x="528675" y="650595"/>
                </a:lnTo>
                <a:lnTo>
                  <a:pt x="489546" y="670229"/>
                </a:lnTo>
                <a:lnTo>
                  <a:pt x="447738" y="684771"/>
                </a:lnTo>
                <a:lnTo>
                  <a:pt x="403644" y="693775"/>
                </a:lnTo>
                <a:lnTo>
                  <a:pt x="357670" y="696874"/>
                </a:lnTo>
                <a:lnTo>
                  <a:pt x="311683" y="693775"/>
                </a:lnTo>
                <a:lnTo>
                  <a:pt x="267589" y="684771"/>
                </a:lnTo>
                <a:lnTo>
                  <a:pt x="225780" y="670229"/>
                </a:lnTo>
                <a:lnTo>
                  <a:pt x="186651" y="650595"/>
                </a:lnTo>
                <a:lnTo>
                  <a:pt x="150609" y="626237"/>
                </a:lnTo>
                <a:lnTo>
                  <a:pt x="118071" y="597585"/>
                </a:lnTo>
                <a:lnTo>
                  <a:pt x="89433" y="565023"/>
                </a:lnTo>
                <a:lnTo>
                  <a:pt x="65087" y="528967"/>
                </a:lnTo>
                <a:lnTo>
                  <a:pt x="45466" y="489813"/>
                </a:lnTo>
                <a:lnTo>
                  <a:pt x="30937" y="447979"/>
                </a:lnTo>
                <a:lnTo>
                  <a:pt x="21932" y="403860"/>
                </a:lnTo>
                <a:lnTo>
                  <a:pt x="18834" y="357860"/>
                </a:lnTo>
                <a:lnTo>
                  <a:pt x="21971" y="311873"/>
                </a:lnTo>
                <a:lnTo>
                  <a:pt x="31013" y="267779"/>
                </a:lnTo>
                <a:lnTo>
                  <a:pt x="45567" y="225971"/>
                </a:lnTo>
                <a:lnTo>
                  <a:pt x="65214" y="186842"/>
                </a:lnTo>
                <a:lnTo>
                  <a:pt x="89560" y="150799"/>
                </a:lnTo>
                <a:lnTo>
                  <a:pt x="118186" y="118262"/>
                </a:lnTo>
                <a:lnTo>
                  <a:pt x="150723" y="89611"/>
                </a:lnTo>
                <a:lnTo>
                  <a:pt x="186740" y="65252"/>
                </a:lnTo>
                <a:lnTo>
                  <a:pt x="225844" y="45593"/>
                </a:lnTo>
                <a:lnTo>
                  <a:pt x="267639" y="31038"/>
                </a:lnTo>
                <a:lnTo>
                  <a:pt x="311708" y="21983"/>
                </a:lnTo>
                <a:lnTo>
                  <a:pt x="357657" y="18846"/>
                </a:lnTo>
                <a:lnTo>
                  <a:pt x="404406" y="21983"/>
                </a:lnTo>
                <a:lnTo>
                  <a:pt x="403885" y="21983"/>
                </a:lnTo>
                <a:lnTo>
                  <a:pt x="448170" y="31038"/>
                </a:lnTo>
                <a:lnTo>
                  <a:pt x="447992" y="31038"/>
                </a:lnTo>
                <a:lnTo>
                  <a:pt x="489775" y="45593"/>
                </a:lnTo>
                <a:lnTo>
                  <a:pt x="528866" y="65252"/>
                </a:lnTo>
                <a:lnTo>
                  <a:pt x="564857" y="89611"/>
                </a:lnTo>
                <a:lnTo>
                  <a:pt x="597357" y="118262"/>
                </a:lnTo>
                <a:lnTo>
                  <a:pt x="625970" y="150799"/>
                </a:lnTo>
                <a:lnTo>
                  <a:pt x="650278" y="186842"/>
                </a:lnTo>
                <a:lnTo>
                  <a:pt x="669886" y="225971"/>
                </a:lnTo>
                <a:lnTo>
                  <a:pt x="684403" y="267779"/>
                </a:lnTo>
                <a:lnTo>
                  <a:pt x="693407" y="311873"/>
                </a:lnTo>
                <a:lnTo>
                  <a:pt x="696493" y="357860"/>
                </a:lnTo>
                <a:lnTo>
                  <a:pt x="696493" y="245148"/>
                </a:lnTo>
                <a:lnTo>
                  <a:pt x="666597" y="177292"/>
                </a:lnTo>
                <a:lnTo>
                  <a:pt x="640943" y="139242"/>
                </a:lnTo>
                <a:lnTo>
                  <a:pt x="610730" y="104876"/>
                </a:lnTo>
                <a:lnTo>
                  <a:pt x="576414" y="74625"/>
                </a:lnTo>
                <a:lnTo>
                  <a:pt x="538416" y="48907"/>
                </a:lnTo>
                <a:lnTo>
                  <a:pt x="497141" y="28168"/>
                </a:lnTo>
                <a:lnTo>
                  <a:pt x="470357" y="18846"/>
                </a:lnTo>
                <a:lnTo>
                  <a:pt x="453034" y="12814"/>
                </a:lnTo>
                <a:lnTo>
                  <a:pt x="406514" y="3276"/>
                </a:lnTo>
                <a:lnTo>
                  <a:pt x="358000" y="0"/>
                </a:lnTo>
                <a:lnTo>
                  <a:pt x="357657" y="0"/>
                </a:lnTo>
                <a:lnTo>
                  <a:pt x="309041" y="3276"/>
                </a:lnTo>
                <a:lnTo>
                  <a:pt x="262483" y="12814"/>
                </a:lnTo>
                <a:lnTo>
                  <a:pt x="218351" y="28168"/>
                </a:lnTo>
                <a:lnTo>
                  <a:pt x="177063" y="48907"/>
                </a:lnTo>
                <a:lnTo>
                  <a:pt x="139039" y="74625"/>
                </a:lnTo>
                <a:lnTo>
                  <a:pt x="104698" y="104876"/>
                </a:lnTo>
                <a:lnTo>
                  <a:pt x="74485" y="139242"/>
                </a:lnTo>
                <a:lnTo>
                  <a:pt x="48806" y="177292"/>
                </a:lnTo>
                <a:lnTo>
                  <a:pt x="28092" y="218605"/>
                </a:lnTo>
                <a:lnTo>
                  <a:pt x="12763" y="262763"/>
                </a:lnTo>
                <a:lnTo>
                  <a:pt x="3263" y="309321"/>
                </a:lnTo>
                <a:lnTo>
                  <a:pt x="0" y="357860"/>
                </a:lnTo>
                <a:lnTo>
                  <a:pt x="3263" y="406412"/>
                </a:lnTo>
                <a:lnTo>
                  <a:pt x="12776" y="452996"/>
                </a:lnTo>
                <a:lnTo>
                  <a:pt x="28105" y="497154"/>
                </a:lnTo>
                <a:lnTo>
                  <a:pt x="48831" y="538480"/>
                </a:lnTo>
                <a:lnTo>
                  <a:pt x="74523" y="576541"/>
                </a:lnTo>
                <a:lnTo>
                  <a:pt x="104762" y="610908"/>
                </a:lnTo>
                <a:lnTo>
                  <a:pt x="139103" y="641159"/>
                </a:lnTo>
                <a:lnTo>
                  <a:pt x="177139" y="666864"/>
                </a:lnTo>
                <a:lnTo>
                  <a:pt x="218440" y="687603"/>
                </a:lnTo>
                <a:lnTo>
                  <a:pt x="262585" y="702932"/>
                </a:lnTo>
                <a:lnTo>
                  <a:pt x="309130" y="712457"/>
                </a:lnTo>
                <a:lnTo>
                  <a:pt x="357670" y="715721"/>
                </a:lnTo>
                <a:lnTo>
                  <a:pt x="406196" y="712457"/>
                </a:lnTo>
                <a:lnTo>
                  <a:pt x="452742" y="702932"/>
                </a:lnTo>
                <a:lnTo>
                  <a:pt x="496887" y="687603"/>
                </a:lnTo>
                <a:lnTo>
                  <a:pt x="538187" y="666864"/>
                </a:lnTo>
                <a:lnTo>
                  <a:pt x="576224" y="641159"/>
                </a:lnTo>
                <a:lnTo>
                  <a:pt x="610565" y="610908"/>
                </a:lnTo>
                <a:lnTo>
                  <a:pt x="640803" y="576541"/>
                </a:lnTo>
                <a:lnTo>
                  <a:pt x="666496" y="538480"/>
                </a:lnTo>
                <a:lnTo>
                  <a:pt x="687222" y="497154"/>
                </a:lnTo>
                <a:lnTo>
                  <a:pt x="702551" y="452996"/>
                </a:lnTo>
                <a:lnTo>
                  <a:pt x="712063" y="406412"/>
                </a:lnTo>
                <a:lnTo>
                  <a:pt x="715327" y="357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646" rIns="0" bIns="0" rtlCol="0">
            <a:spAutoFit/>
          </a:bodyPr>
          <a:lstStyle/>
          <a:p>
            <a:pPr marL="62103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USER</a:t>
            </a:r>
            <a:r>
              <a:rPr spc="-350" dirty="0"/>
              <a:t> </a:t>
            </a:r>
            <a:r>
              <a:rPr spc="-25" dirty="0"/>
              <a:t>JOURNEY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30915" y="11302"/>
            <a:ext cx="8338184" cy="1085850"/>
            <a:chOff x="2130915" y="11302"/>
            <a:chExt cx="8338184" cy="1085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0915" y="11302"/>
              <a:ext cx="1524518" cy="10735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7106" y="27038"/>
              <a:ext cx="1594535" cy="10426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0340" y="35551"/>
              <a:ext cx="1008748" cy="10610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1977" y="36535"/>
              <a:ext cx="718649" cy="102719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34085" y="5163388"/>
            <a:ext cx="304355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160" dirty="0">
                <a:latin typeface="Trebuchet MS"/>
                <a:cs typeface="Trebuchet MS"/>
              </a:rPr>
              <a:t>Try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Grid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75" dirty="0">
                <a:latin typeface="Trebuchet MS"/>
                <a:cs typeface="Trebuchet MS"/>
              </a:rPr>
              <a:t>View:</a:t>
            </a:r>
            <a:r>
              <a:rPr sz="2000" b="1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ahoma"/>
                <a:cs typeface="Tahoma"/>
              </a:rPr>
              <a:t>Opens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the </a:t>
            </a:r>
            <a:r>
              <a:rPr sz="2000" dirty="0">
                <a:latin typeface="Tahoma"/>
                <a:cs typeface="Tahoma"/>
              </a:rPr>
              <a:t>Grid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Tab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(nearby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profiles visible)User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uses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(limited)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3 </a:t>
            </a:r>
            <a:r>
              <a:rPr sz="2000" b="1" spc="-85" dirty="0">
                <a:latin typeface="Trebuchet MS"/>
                <a:cs typeface="Trebuchet MS"/>
              </a:rPr>
              <a:t>free</a:t>
            </a:r>
            <a:r>
              <a:rPr sz="2000" b="1" spc="-175" dirty="0">
                <a:latin typeface="Trebuchet MS"/>
                <a:cs typeface="Trebuchet MS"/>
              </a:rPr>
              <a:t> </a:t>
            </a:r>
            <a:r>
              <a:rPr sz="2000" b="1" spc="50" dirty="0">
                <a:latin typeface="Trebuchet MS"/>
                <a:cs typeface="Trebuchet MS"/>
              </a:rPr>
              <a:t>sessions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2203" y="5153914"/>
            <a:ext cx="354457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rebuchet MS"/>
                <a:cs typeface="Trebuchet MS"/>
              </a:rPr>
              <a:t>Upgrade</a:t>
            </a:r>
            <a:r>
              <a:rPr sz="2000" b="1" spc="-18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ahoma"/>
                <a:cs typeface="Tahoma"/>
              </a:rPr>
              <a:t>to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Tinger </a:t>
            </a:r>
            <a:r>
              <a:rPr sz="2000" dirty="0">
                <a:latin typeface="Tahoma"/>
                <a:cs typeface="Tahoma"/>
              </a:rPr>
              <a:t>Gold/Platinum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after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3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trials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and </a:t>
            </a:r>
            <a:r>
              <a:rPr sz="2000" dirty="0">
                <a:latin typeface="Tahoma"/>
                <a:cs typeface="Tahoma"/>
              </a:rPr>
              <a:t>see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grid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of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nearby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profiles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with </a:t>
            </a:r>
            <a:r>
              <a:rPr sz="2000" b="1" dirty="0">
                <a:latin typeface="Trebuchet MS"/>
                <a:cs typeface="Trebuchet MS"/>
              </a:rPr>
              <a:t>distance</a:t>
            </a:r>
            <a:r>
              <a:rPr sz="2000" b="1" spc="-19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tag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b="1" spc="-35" dirty="0">
                <a:latin typeface="Trebuchet MS"/>
                <a:cs typeface="Trebuchet MS"/>
              </a:rPr>
              <a:t>online</a:t>
            </a:r>
            <a:r>
              <a:rPr sz="2000" b="1" spc="-18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status</a:t>
            </a:r>
            <a:r>
              <a:rPr sz="2000" spc="-10" dirty="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67827" y="5227701"/>
            <a:ext cx="3005455" cy="1248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Membership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ahoma"/>
                <a:cs typeface="Tahoma"/>
              </a:rPr>
              <a:t>is</a:t>
            </a:r>
            <a:r>
              <a:rPr sz="2000" spc="-1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confirmed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1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matches</a:t>
            </a:r>
            <a:r>
              <a:rPr sz="2000" spc="-165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are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seen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after </a:t>
            </a:r>
            <a:r>
              <a:rPr sz="2000" spc="-10" dirty="0">
                <a:latin typeface="Tahoma"/>
                <a:cs typeface="Tahoma"/>
              </a:rPr>
              <a:t>swiping</a:t>
            </a:r>
            <a:r>
              <a:rPr sz="2000" b="1" spc="-1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-120" dirty="0">
                <a:latin typeface="Trebuchet MS"/>
                <a:cs typeface="Trebuchet MS"/>
              </a:rPr>
              <a:t>Tap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Profile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message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2039" y="1264158"/>
            <a:ext cx="9787255" cy="3970654"/>
            <a:chOff x="812039" y="1264158"/>
            <a:chExt cx="9787255" cy="3970654"/>
          </a:xfrm>
        </p:grpSpPr>
        <p:sp>
          <p:nvSpPr>
            <p:cNvPr id="12" name="object 12"/>
            <p:cNvSpPr/>
            <p:nvPr/>
          </p:nvSpPr>
          <p:spPr>
            <a:xfrm>
              <a:off x="3975951" y="2703309"/>
              <a:ext cx="3665220" cy="574675"/>
            </a:xfrm>
            <a:custGeom>
              <a:avLst/>
              <a:gdLst/>
              <a:ahLst/>
              <a:cxnLst/>
              <a:rect l="l" t="t" r="r" b="b"/>
              <a:pathLst>
                <a:path w="3665220" h="574675">
                  <a:moveTo>
                    <a:pt x="306006" y="266242"/>
                  </a:moveTo>
                  <a:lnTo>
                    <a:pt x="39966" y="0"/>
                  </a:lnTo>
                  <a:lnTo>
                    <a:pt x="0" y="39966"/>
                  </a:lnTo>
                  <a:lnTo>
                    <a:pt x="226110" y="266242"/>
                  </a:lnTo>
                  <a:lnTo>
                    <a:pt x="12" y="492467"/>
                  </a:lnTo>
                  <a:lnTo>
                    <a:pt x="39966" y="532434"/>
                  </a:lnTo>
                  <a:lnTo>
                    <a:pt x="306006" y="266242"/>
                  </a:lnTo>
                  <a:close/>
                </a:path>
                <a:path w="3665220" h="574675">
                  <a:moveTo>
                    <a:pt x="516572" y="273100"/>
                  </a:moveTo>
                  <a:lnTo>
                    <a:pt x="250532" y="6858"/>
                  </a:lnTo>
                  <a:lnTo>
                    <a:pt x="210566" y="46824"/>
                  </a:lnTo>
                  <a:lnTo>
                    <a:pt x="436676" y="273100"/>
                  </a:lnTo>
                  <a:lnTo>
                    <a:pt x="210578" y="499325"/>
                  </a:lnTo>
                  <a:lnTo>
                    <a:pt x="250532" y="539292"/>
                  </a:lnTo>
                  <a:lnTo>
                    <a:pt x="516572" y="273100"/>
                  </a:lnTo>
                  <a:close/>
                </a:path>
                <a:path w="3665220" h="574675">
                  <a:moveTo>
                    <a:pt x="3665029" y="308025"/>
                  </a:moveTo>
                  <a:lnTo>
                    <a:pt x="3398990" y="41783"/>
                  </a:lnTo>
                  <a:lnTo>
                    <a:pt x="3359023" y="81749"/>
                  </a:lnTo>
                  <a:lnTo>
                    <a:pt x="3585133" y="308025"/>
                  </a:lnTo>
                  <a:lnTo>
                    <a:pt x="3359035" y="534250"/>
                  </a:lnTo>
                  <a:lnTo>
                    <a:pt x="3398990" y="574217"/>
                  </a:lnTo>
                  <a:lnTo>
                    <a:pt x="3665029" y="308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2550" y="1271651"/>
              <a:ext cx="2445512" cy="37282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9552" y="1897634"/>
              <a:ext cx="1696974" cy="272313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88967" y="1279017"/>
              <a:ext cx="2445512" cy="372821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3653" y="1264158"/>
              <a:ext cx="2445511" cy="37282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505033" y="2745081"/>
              <a:ext cx="306070" cy="532765"/>
            </a:xfrm>
            <a:custGeom>
              <a:avLst/>
              <a:gdLst/>
              <a:ahLst/>
              <a:cxnLst/>
              <a:rect l="l" t="t" r="r" b="b"/>
              <a:pathLst>
                <a:path w="306070" h="532764">
                  <a:moveTo>
                    <a:pt x="39961" y="0"/>
                  </a:moveTo>
                  <a:lnTo>
                    <a:pt x="0" y="39967"/>
                  </a:lnTo>
                  <a:lnTo>
                    <a:pt x="226104" y="266250"/>
                  </a:lnTo>
                  <a:lnTo>
                    <a:pt x="8" y="492471"/>
                  </a:lnTo>
                  <a:lnTo>
                    <a:pt x="39969" y="532438"/>
                  </a:lnTo>
                  <a:lnTo>
                    <a:pt x="306010" y="266250"/>
                  </a:lnTo>
                  <a:lnTo>
                    <a:pt x="39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99938" y="2218690"/>
              <a:ext cx="1646682" cy="24974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40241" y="1644269"/>
              <a:ext cx="1636395" cy="182308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40241" y="3010153"/>
              <a:ext cx="1716531" cy="161061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2038" y="4372825"/>
              <a:ext cx="7626984" cy="861694"/>
            </a:xfrm>
            <a:custGeom>
              <a:avLst/>
              <a:gdLst/>
              <a:ahLst/>
              <a:cxnLst/>
              <a:rect l="l" t="t" r="r" b="b"/>
              <a:pathLst>
                <a:path w="7626984" h="861695">
                  <a:moveTo>
                    <a:pt x="499376" y="519747"/>
                  </a:moveTo>
                  <a:lnTo>
                    <a:pt x="491921" y="476402"/>
                  </a:lnTo>
                  <a:lnTo>
                    <a:pt x="470154" y="444322"/>
                  </a:lnTo>
                  <a:lnTo>
                    <a:pt x="434682" y="423964"/>
                  </a:lnTo>
                  <a:lnTo>
                    <a:pt x="385572" y="416775"/>
                  </a:lnTo>
                  <a:lnTo>
                    <a:pt x="347129" y="418579"/>
                  </a:lnTo>
                  <a:lnTo>
                    <a:pt x="355130" y="294703"/>
                  </a:lnTo>
                  <a:lnTo>
                    <a:pt x="483666" y="294703"/>
                  </a:lnTo>
                  <a:lnTo>
                    <a:pt x="483666" y="273189"/>
                  </a:lnTo>
                  <a:lnTo>
                    <a:pt x="334899" y="273189"/>
                  </a:lnTo>
                  <a:lnTo>
                    <a:pt x="324408" y="440474"/>
                  </a:lnTo>
                  <a:lnTo>
                    <a:pt x="339725" y="439305"/>
                  </a:lnTo>
                  <a:lnTo>
                    <a:pt x="374827" y="437807"/>
                  </a:lnTo>
                  <a:lnTo>
                    <a:pt x="417525" y="443242"/>
                  </a:lnTo>
                  <a:lnTo>
                    <a:pt x="460273" y="472706"/>
                  </a:lnTo>
                  <a:lnTo>
                    <a:pt x="474192" y="522452"/>
                  </a:lnTo>
                  <a:lnTo>
                    <a:pt x="473862" y="531558"/>
                  </a:lnTo>
                  <a:lnTo>
                    <a:pt x="459828" y="572973"/>
                  </a:lnTo>
                  <a:lnTo>
                    <a:pt x="427570" y="600329"/>
                  </a:lnTo>
                  <a:lnTo>
                    <a:pt x="381355" y="609841"/>
                  </a:lnTo>
                  <a:lnTo>
                    <a:pt x="363651" y="608444"/>
                  </a:lnTo>
                  <a:lnTo>
                    <a:pt x="346329" y="604812"/>
                  </a:lnTo>
                  <a:lnTo>
                    <a:pt x="329615" y="599008"/>
                  </a:lnTo>
                  <a:lnTo>
                    <a:pt x="313702" y="591096"/>
                  </a:lnTo>
                  <a:lnTo>
                    <a:pt x="313702" y="617321"/>
                  </a:lnTo>
                  <a:lnTo>
                    <a:pt x="329679" y="623303"/>
                  </a:lnTo>
                  <a:lnTo>
                    <a:pt x="346176" y="627405"/>
                  </a:lnTo>
                  <a:lnTo>
                    <a:pt x="363029" y="629602"/>
                  </a:lnTo>
                  <a:lnTo>
                    <a:pt x="380085" y="629856"/>
                  </a:lnTo>
                  <a:lnTo>
                    <a:pt x="393026" y="629500"/>
                  </a:lnTo>
                  <a:lnTo>
                    <a:pt x="430961" y="621830"/>
                  </a:lnTo>
                  <a:lnTo>
                    <a:pt x="468325" y="599452"/>
                  </a:lnTo>
                  <a:lnTo>
                    <a:pt x="491388" y="564819"/>
                  </a:lnTo>
                  <a:lnTo>
                    <a:pt x="498970" y="531253"/>
                  </a:lnTo>
                  <a:lnTo>
                    <a:pt x="499376" y="519747"/>
                  </a:lnTo>
                  <a:close/>
                </a:path>
                <a:path w="7626984" h="861695">
                  <a:moveTo>
                    <a:pt x="808888" y="456882"/>
                  </a:moveTo>
                  <a:lnTo>
                    <a:pt x="806196" y="409714"/>
                  </a:lnTo>
                  <a:lnTo>
                    <a:pt x="798258" y="364134"/>
                  </a:lnTo>
                  <a:lnTo>
                    <a:pt x="787590" y="327964"/>
                  </a:lnTo>
                  <a:lnTo>
                    <a:pt x="787590" y="456882"/>
                  </a:lnTo>
                  <a:lnTo>
                    <a:pt x="784656" y="504075"/>
                  </a:lnTo>
                  <a:lnTo>
                    <a:pt x="775893" y="551281"/>
                  </a:lnTo>
                  <a:lnTo>
                    <a:pt x="761796" y="595439"/>
                  </a:lnTo>
                  <a:lnTo>
                    <a:pt x="742696" y="637108"/>
                  </a:lnTo>
                  <a:lnTo>
                    <a:pt x="718947" y="675906"/>
                  </a:lnTo>
                  <a:lnTo>
                    <a:pt x="690892" y="711492"/>
                  </a:lnTo>
                  <a:lnTo>
                    <a:pt x="658901" y="743496"/>
                  </a:lnTo>
                  <a:lnTo>
                    <a:pt x="623341" y="771563"/>
                  </a:lnTo>
                  <a:lnTo>
                    <a:pt x="584568" y="795324"/>
                  </a:lnTo>
                  <a:lnTo>
                    <a:pt x="542925" y="814438"/>
                  </a:lnTo>
                  <a:lnTo>
                    <a:pt x="498779" y="828535"/>
                  </a:lnTo>
                  <a:lnTo>
                    <a:pt x="452501" y="837260"/>
                  </a:lnTo>
                  <a:lnTo>
                    <a:pt x="404444" y="840244"/>
                  </a:lnTo>
                  <a:lnTo>
                    <a:pt x="356374" y="837260"/>
                  </a:lnTo>
                  <a:lnTo>
                    <a:pt x="310095" y="828535"/>
                  </a:lnTo>
                  <a:lnTo>
                    <a:pt x="265963" y="814438"/>
                  </a:lnTo>
                  <a:lnTo>
                    <a:pt x="224320" y="795324"/>
                  </a:lnTo>
                  <a:lnTo>
                    <a:pt x="185547" y="771563"/>
                  </a:lnTo>
                  <a:lnTo>
                    <a:pt x="149974" y="743496"/>
                  </a:lnTo>
                  <a:lnTo>
                    <a:pt x="117995" y="711492"/>
                  </a:lnTo>
                  <a:lnTo>
                    <a:pt x="89941" y="675906"/>
                  </a:lnTo>
                  <a:lnTo>
                    <a:pt x="66179" y="637108"/>
                  </a:lnTo>
                  <a:lnTo>
                    <a:pt x="47078" y="595439"/>
                  </a:lnTo>
                  <a:lnTo>
                    <a:pt x="32994" y="551281"/>
                  </a:lnTo>
                  <a:lnTo>
                    <a:pt x="24282" y="504977"/>
                  </a:lnTo>
                  <a:lnTo>
                    <a:pt x="21297" y="456882"/>
                  </a:lnTo>
                  <a:lnTo>
                    <a:pt x="24269" y="409714"/>
                  </a:lnTo>
                  <a:lnTo>
                    <a:pt x="33083" y="362546"/>
                  </a:lnTo>
                  <a:lnTo>
                    <a:pt x="47193" y="318401"/>
                  </a:lnTo>
                  <a:lnTo>
                    <a:pt x="66319" y="276758"/>
                  </a:lnTo>
                  <a:lnTo>
                    <a:pt x="90081" y="237985"/>
                  </a:lnTo>
                  <a:lnTo>
                    <a:pt x="118122" y="202412"/>
                  </a:lnTo>
                  <a:lnTo>
                    <a:pt x="150101" y="170421"/>
                  </a:lnTo>
                  <a:lnTo>
                    <a:pt x="185661" y="142354"/>
                  </a:lnTo>
                  <a:lnTo>
                    <a:pt x="224421" y="118579"/>
                  </a:lnTo>
                  <a:lnTo>
                    <a:pt x="266039" y="99453"/>
                  </a:lnTo>
                  <a:lnTo>
                    <a:pt x="310146" y="85331"/>
                  </a:lnTo>
                  <a:lnTo>
                    <a:pt x="356400" y="76568"/>
                  </a:lnTo>
                  <a:lnTo>
                    <a:pt x="404444" y="73520"/>
                  </a:lnTo>
                  <a:lnTo>
                    <a:pt x="453377" y="76568"/>
                  </a:lnTo>
                  <a:lnTo>
                    <a:pt x="452793" y="76568"/>
                  </a:lnTo>
                  <a:lnTo>
                    <a:pt x="499287" y="85331"/>
                  </a:lnTo>
                  <a:lnTo>
                    <a:pt x="499084" y="85331"/>
                  </a:lnTo>
                  <a:lnTo>
                    <a:pt x="543191" y="99453"/>
                  </a:lnTo>
                  <a:lnTo>
                    <a:pt x="584568" y="118440"/>
                  </a:lnTo>
                  <a:lnTo>
                    <a:pt x="623341" y="142214"/>
                  </a:lnTo>
                  <a:lnTo>
                    <a:pt x="658901" y="170281"/>
                  </a:lnTo>
                  <a:lnTo>
                    <a:pt x="690892" y="202285"/>
                  </a:lnTo>
                  <a:lnTo>
                    <a:pt x="719010" y="237985"/>
                  </a:lnTo>
                  <a:lnTo>
                    <a:pt x="742746" y="276758"/>
                  </a:lnTo>
                  <a:lnTo>
                    <a:pt x="761822" y="318401"/>
                  </a:lnTo>
                  <a:lnTo>
                    <a:pt x="775893" y="362546"/>
                  </a:lnTo>
                  <a:lnTo>
                    <a:pt x="784606" y="408825"/>
                  </a:lnTo>
                  <a:lnTo>
                    <a:pt x="787590" y="456882"/>
                  </a:lnTo>
                  <a:lnTo>
                    <a:pt x="787590" y="327964"/>
                  </a:lnTo>
                  <a:lnTo>
                    <a:pt x="767880" y="278980"/>
                  </a:lnTo>
                  <a:lnTo>
                    <a:pt x="746048" y="240017"/>
                  </a:lnTo>
                  <a:lnTo>
                    <a:pt x="720191" y="203860"/>
                  </a:lnTo>
                  <a:lnTo>
                    <a:pt x="690613" y="170815"/>
                  </a:lnTo>
                  <a:lnTo>
                    <a:pt x="657618" y="141185"/>
                  </a:lnTo>
                  <a:lnTo>
                    <a:pt x="621512" y="115277"/>
                  </a:lnTo>
                  <a:lnTo>
                    <a:pt x="582587" y="93408"/>
                  </a:lnTo>
                  <a:lnTo>
                    <a:pt x="541147" y="75857"/>
                  </a:lnTo>
                  <a:lnTo>
                    <a:pt x="497509" y="62941"/>
                  </a:lnTo>
                  <a:lnTo>
                    <a:pt x="451967" y="54952"/>
                  </a:lnTo>
                  <a:lnTo>
                    <a:pt x="404825" y="52209"/>
                  </a:lnTo>
                  <a:lnTo>
                    <a:pt x="404444" y="52209"/>
                  </a:lnTo>
                  <a:lnTo>
                    <a:pt x="357174" y="54952"/>
                  </a:lnTo>
                  <a:lnTo>
                    <a:pt x="311594" y="62941"/>
                  </a:lnTo>
                  <a:lnTo>
                    <a:pt x="267931" y="75857"/>
                  </a:lnTo>
                  <a:lnTo>
                    <a:pt x="226479" y="93408"/>
                  </a:lnTo>
                  <a:lnTo>
                    <a:pt x="187540" y="115277"/>
                  </a:lnTo>
                  <a:lnTo>
                    <a:pt x="151409" y="141185"/>
                  </a:lnTo>
                  <a:lnTo>
                    <a:pt x="118389" y="170815"/>
                  </a:lnTo>
                  <a:lnTo>
                    <a:pt x="88798" y="203860"/>
                  </a:lnTo>
                  <a:lnTo>
                    <a:pt x="62928" y="240017"/>
                  </a:lnTo>
                  <a:lnTo>
                    <a:pt x="41084" y="278980"/>
                  </a:lnTo>
                  <a:lnTo>
                    <a:pt x="23558" y="320459"/>
                  </a:lnTo>
                  <a:lnTo>
                    <a:pt x="10668" y="364134"/>
                  </a:lnTo>
                  <a:lnTo>
                    <a:pt x="2717" y="409714"/>
                  </a:lnTo>
                  <a:lnTo>
                    <a:pt x="0" y="456882"/>
                  </a:lnTo>
                  <a:lnTo>
                    <a:pt x="2717" y="504075"/>
                  </a:lnTo>
                  <a:lnTo>
                    <a:pt x="10680" y="549668"/>
                  </a:lnTo>
                  <a:lnTo>
                    <a:pt x="23571" y="593369"/>
                  </a:lnTo>
                  <a:lnTo>
                    <a:pt x="41109" y="634847"/>
                  </a:lnTo>
                  <a:lnTo>
                    <a:pt x="62966" y="673823"/>
                  </a:lnTo>
                  <a:lnTo>
                    <a:pt x="88849" y="709980"/>
                  </a:lnTo>
                  <a:lnTo>
                    <a:pt x="118452" y="743026"/>
                  </a:lnTo>
                  <a:lnTo>
                    <a:pt x="151485" y="772655"/>
                  </a:lnTo>
                  <a:lnTo>
                    <a:pt x="187629" y="798550"/>
                  </a:lnTo>
                  <a:lnTo>
                    <a:pt x="226580" y="820420"/>
                  </a:lnTo>
                  <a:lnTo>
                    <a:pt x="268046" y="837958"/>
                  </a:lnTo>
                  <a:lnTo>
                    <a:pt x="311708" y="850874"/>
                  </a:lnTo>
                  <a:lnTo>
                    <a:pt x="357276" y="858837"/>
                  </a:lnTo>
                  <a:lnTo>
                    <a:pt x="404444" y="861555"/>
                  </a:lnTo>
                  <a:lnTo>
                    <a:pt x="451612" y="858837"/>
                  </a:lnTo>
                  <a:lnTo>
                    <a:pt x="497179" y="850874"/>
                  </a:lnTo>
                  <a:lnTo>
                    <a:pt x="540842" y="837958"/>
                  </a:lnTo>
                  <a:lnTo>
                    <a:pt x="582307" y="820420"/>
                  </a:lnTo>
                  <a:lnTo>
                    <a:pt x="621258" y="798550"/>
                  </a:lnTo>
                  <a:lnTo>
                    <a:pt x="657402" y="772655"/>
                  </a:lnTo>
                  <a:lnTo>
                    <a:pt x="690422" y="743026"/>
                  </a:lnTo>
                  <a:lnTo>
                    <a:pt x="720039" y="709980"/>
                  </a:lnTo>
                  <a:lnTo>
                    <a:pt x="745921" y="673823"/>
                  </a:lnTo>
                  <a:lnTo>
                    <a:pt x="767778" y="634847"/>
                  </a:lnTo>
                  <a:lnTo>
                    <a:pt x="785317" y="593369"/>
                  </a:lnTo>
                  <a:lnTo>
                    <a:pt x="798207" y="549668"/>
                  </a:lnTo>
                  <a:lnTo>
                    <a:pt x="806170" y="504075"/>
                  </a:lnTo>
                  <a:lnTo>
                    <a:pt x="808888" y="456882"/>
                  </a:lnTo>
                  <a:close/>
                </a:path>
                <a:path w="7626984" h="861695">
                  <a:moveTo>
                    <a:pt x="3835425" y="441566"/>
                  </a:moveTo>
                  <a:lnTo>
                    <a:pt x="3825392" y="395503"/>
                  </a:lnTo>
                  <a:lnTo>
                    <a:pt x="3810609" y="372402"/>
                  </a:lnTo>
                  <a:lnTo>
                    <a:pt x="3810609" y="441566"/>
                  </a:lnTo>
                  <a:lnTo>
                    <a:pt x="3810584" y="459511"/>
                  </a:lnTo>
                  <a:lnTo>
                    <a:pt x="3798722" y="500011"/>
                  </a:lnTo>
                  <a:lnTo>
                    <a:pt x="3765131" y="531787"/>
                  </a:lnTo>
                  <a:lnTo>
                    <a:pt x="3734981" y="538149"/>
                  </a:lnTo>
                  <a:lnTo>
                    <a:pt x="3726764" y="537705"/>
                  </a:lnTo>
                  <a:lnTo>
                    <a:pt x="3690150" y="521208"/>
                  </a:lnTo>
                  <a:lnTo>
                    <a:pt x="3666464" y="487172"/>
                  </a:lnTo>
                  <a:lnTo>
                    <a:pt x="3658247" y="445770"/>
                  </a:lnTo>
                  <a:lnTo>
                    <a:pt x="3658184" y="441566"/>
                  </a:lnTo>
                  <a:lnTo>
                    <a:pt x="3658387" y="436918"/>
                  </a:lnTo>
                  <a:lnTo>
                    <a:pt x="3670820" y="398919"/>
                  </a:lnTo>
                  <a:lnTo>
                    <a:pt x="3674618" y="393496"/>
                  </a:lnTo>
                  <a:lnTo>
                    <a:pt x="3675151" y="392722"/>
                  </a:lnTo>
                  <a:lnTo>
                    <a:pt x="3679914" y="387108"/>
                  </a:lnTo>
                  <a:lnTo>
                    <a:pt x="3680028" y="386956"/>
                  </a:lnTo>
                  <a:lnTo>
                    <a:pt x="3685552" y="381609"/>
                  </a:lnTo>
                  <a:lnTo>
                    <a:pt x="3719893" y="364261"/>
                  </a:lnTo>
                  <a:lnTo>
                    <a:pt x="3735768" y="362648"/>
                  </a:lnTo>
                  <a:lnTo>
                    <a:pt x="3745509" y="363029"/>
                  </a:lnTo>
                  <a:lnTo>
                    <a:pt x="3744303" y="363029"/>
                  </a:lnTo>
                  <a:lnTo>
                    <a:pt x="3752735" y="364261"/>
                  </a:lnTo>
                  <a:lnTo>
                    <a:pt x="3752367" y="364261"/>
                  </a:lnTo>
                  <a:lnTo>
                    <a:pt x="3759720" y="366153"/>
                  </a:lnTo>
                  <a:lnTo>
                    <a:pt x="3767315" y="368998"/>
                  </a:lnTo>
                  <a:lnTo>
                    <a:pt x="3799713" y="400177"/>
                  </a:lnTo>
                  <a:lnTo>
                    <a:pt x="3810609" y="441566"/>
                  </a:lnTo>
                  <a:lnTo>
                    <a:pt x="3810609" y="372402"/>
                  </a:lnTo>
                  <a:lnTo>
                    <a:pt x="3810089" y="371741"/>
                  </a:lnTo>
                  <a:lnTo>
                    <a:pt x="3803688" y="365277"/>
                  </a:lnTo>
                  <a:lnTo>
                    <a:pt x="3800449" y="362648"/>
                  </a:lnTo>
                  <a:lnTo>
                    <a:pt x="3796639" y="359549"/>
                  </a:lnTo>
                  <a:lnTo>
                    <a:pt x="3752570" y="343192"/>
                  </a:lnTo>
                  <a:lnTo>
                    <a:pt x="3742766" y="342811"/>
                  </a:lnTo>
                  <a:lnTo>
                    <a:pt x="3717912" y="345147"/>
                  </a:lnTo>
                  <a:lnTo>
                    <a:pt x="3676726" y="370357"/>
                  </a:lnTo>
                  <a:lnTo>
                    <a:pt x="3662324" y="393496"/>
                  </a:lnTo>
                  <a:lnTo>
                    <a:pt x="3655530" y="393496"/>
                  </a:lnTo>
                  <a:lnTo>
                    <a:pt x="3655593" y="386956"/>
                  </a:lnTo>
                  <a:lnTo>
                    <a:pt x="3655720" y="381482"/>
                  </a:lnTo>
                  <a:lnTo>
                    <a:pt x="3655822" y="376643"/>
                  </a:lnTo>
                  <a:lnTo>
                    <a:pt x="3663086" y="324218"/>
                  </a:lnTo>
                  <a:lnTo>
                    <a:pt x="3677780" y="284988"/>
                  </a:lnTo>
                  <a:lnTo>
                    <a:pt x="3700094" y="254050"/>
                  </a:lnTo>
                  <a:lnTo>
                    <a:pt x="3741445" y="230238"/>
                  </a:lnTo>
                  <a:lnTo>
                    <a:pt x="3765143" y="227355"/>
                  </a:lnTo>
                  <a:lnTo>
                    <a:pt x="3777996" y="228015"/>
                  </a:lnTo>
                  <a:lnTo>
                    <a:pt x="3790670" y="230035"/>
                  </a:lnTo>
                  <a:lnTo>
                    <a:pt x="3803065" y="233400"/>
                  </a:lnTo>
                  <a:lnTo>
                    <a:pt x="3815054" y="238061"/>
                  </a:lnTo>
                  <a:lnTo>
                    <a:pt x="3815054" y="227355"/>
                  </a:lnTo>
                  <a:lnTo>
                    <a:pt x="3815054" y="215569"/>
                  </a:lnTo>
                  <a:lnTo>
                    <a:pt x="3802850" y="211848"/>
                  </a:lnTo>
                  <a:lnTo>
                    <a:pt x="3790365" y="209257"/>
                  </a:lnTo>
                  <a:lnTo>
                    <a:pt x="3777691" y="207835"/>
                  </a:lnTo>
                  <a:lnTo>
                    <a:pt x="3764927" y="207581"/>
                  </a:lnTo>
                  <a:lnTo>
                    <a:pt x="3750411" y="208292"/>
                  </a:lnTo>
                  <a:lnTo>
                    <a:pt x="3709212" y="221335"/>
                  </a:lnTo>
                  <a:lnTo>
                    <a:pt x="3675900" y="249008"/>
                  </a:lnTo>
                  <a:lnTo>
                    <a:pt x="3651059" y="290423"/>
                  </a:lnTo>
                  <a:lnTo>
                    <a:pt x="3636060" y="342569"/>
                  </a:lnTo>
                  <a:lnTo>
                    <a:pt x="3631349" y="383159"/>
                  </a:lnTo>
                  <a:lnTo>
                    <a:pt x="3631209" y="420306"/>
                  </a:lnTo>
                  <a:lnTo>
                    <a:pt x="3632504" y="436918"/>
                  </a:lnTo>
                  <a:lnTo>
                    <a:pt x="3641534" y="482549"/>
                  </a:lnTo>
                  <a:lnTo>
                    <a:pt x="3658412" y="518363"/>
                  </a:lnTo>
                  <a:lnTo>
                    <a:pt x="3690632" y="548043"/>
                  </a:lnTo>
                  <a:lnTo>
                    <a:pt x="3733355" y="557949"/>
                  </a:lnTo>
                  <a:lnTo>
                    <a:pt x="3743896" y="557504"/>
                  </a:lnTo>
                  <a:lnTo>
                    <a:pt x="3783342" y="545058"/>
                  </a:lnTo>
                  <a:lnTo>
                    <a:pt x="3793642" y="538149"/>
                  </a:lnTo>
                  <a:lnTo>
                    <a:pt x="3799586" y="533412"/>
                  </a:lnTo>
                  <a:lnTo>
                    <a:pt x="3823970" y="500621"/>
                  </a:lnTo>
                  <a:lnTo>
                    <a:pt x="3835171" y="457314"/>
                  </a:lnTo>
                  <a:lnTo>
                    <a:pt x="3835298" y="453440"/>
                  </a:lnTo>
                  <a:lnTo>
                    <a:pt x="3835425" y="441566"/>
                  </a:lnTo>
                  <a:close/>
                </a:path>
                <a:path w="7626984" h="861695">
                  <a:moveTo>
                    <a:pt x="4130154" y="391147"/>
                  </a:moveTo>
                  <a:lnTo>
                    <a:pt x="4127131" y="341998"/>
                  </a:lnTo>
                  <a:lnTo>
                    <a:pt x="4118267" y="294779"/>
                  </a:lnTo>
                  <a:lnTo>
                    <a:pt x="4109847" y="268363"/>
                  </a:lnTo>
                  <a:lnTo>
                    <a:pt x="4109847" y="390918"/>
                  </a:lnTo>
                  <a:lnTo>
                    <a:pt x="4106964" y="437388"/>
                  </a:lnTo>
                  <a:lnTo>
                    <a:pt x="4098544" y="482142"/>
                  </a:lnTo>
                  <a:lnTo>
                    <a:pt x="4084929" y="524827"/>
                  </a:lnTo>
                  <a:lnTo>
                    <a:pt x="4066476" y="565099"/>
                  </a:lnTo>
                  <a:lnTo>
                    <a:pt x="4043527" y="602602"/>
                  </a:lnTo>
                  <a:lnTo>
                    <a:pt x="4016425" y="636993"/>
                  </a:lnTo>
                  <a:lnTo>
                    <a:pt x="3985526" y="667931"/>
                  </a:lnTo>
                  <a:lnTo>
                    <a:pt x="3951173" y="695058"/>
                  </a:lnTo>
                  <a:lnTo>
                    <a:pt x="3913467" y="718146"/>
                  </a:lnTo>
                  <a:lnTo>
                    <a:pt x="3873919" y="736307"/>
                  </a:lnTo>
                  <a:lnTo>
                    <a:pt x="3830523" y="750214"/>
                  </a:lnTo>
                  <a:lnTo>
                    <a:pt x="3785946" y="758621"/>
                  </a:lnTo>
                  <a:lnTo>
                    <a:pt x="3785641" y="758621"/>
                  </a:lnTo>
                  <a:lnTo>
                    <a:pt x="3739654" y="761492"/>
                  </a:lnTo>
                  <a:lnTo>
                    <a:pt x="3693210" y="758621"/>
                  </a:lnTo>
                  <a:lnTo>
                    <a:pt x="3648481" y="750214"/>
                  </a:lnTo>
                  <a:lnTo>
                    <a:pt x="3605822" y="736600"/>
                  </a:lnTo>
                  <a:lnTo>
                    <a:pt x="3565588" y="718146"/>
                  </a:lnTo>
                  <a:lnTo>
                    <a:pt x="3528098" y="695185"/>
                  </a:lnTo>
                  <a:lnTo>
                    <a:pt x="3493719" y="668083"/>
                  </a:lnTo>
                  <a:lnTo>
                    <a:pt x="3462807" y="637159"/>
                  </a:lnTo>
                  <a:lnTo>
                    <a:pt x="3435693" y="602780"/>
                  </a:lnTo>
                  <a:lnTo>
                    <a:pt x="3412718" y="565289"/>
                  </a:lnTo>
                  <a:lnTo>
                    <a:pt x="3394252" y="525030"/>
                  </a:lnTo>
                  <a:lnTo>
                    <a:pt x="3380625" y="482358"/>
                  </a:lnTo>
                  <a:lnTo>
                    <a:pt x="3372180" y="437616"/>
                  </a:lnTo>
                  <a:lnTo>
                    <a:pt x="3369284" y="391147"/>
                  </a:lnTo>
                  <a:lnTo>
                    <a:pt x="3372218" y="344589"/>
                  </a:lnTo>
                  <a:lnTo>
                    <a:pt x="3380663" y="299859"/>
                  </a:lnTo>
                  <a:lnTo>
                    <a:pt x="3394291" y="257213"/>
                  </a:lnTo>
                  <a:lnTo>
                    <a:pt x="3412756" y="216979"/>
                  </a:lnTo>
                  <a:lnTo>
                    <a:pt x="3435718" y="179501"/>
                  </a:lnTo>
                  <a:lnTo>
                    <a:pt x="3462807" y="145122"/>
                  </a:lnTo>
                  <a:lnTo>
                    <a:pt x="3493706" y="114211"/>
                  </a:lnTo>
                  <a:lnTo>
                    <a:pt x="3528047" y="87083"/>
                  </a:lnTo>
                  <a:lnTo>
                    <a:pt x="3565499" y="64109"/>
                  </a:lnTo>
                  <a:lnTo>
                    <a:pt x="3606076" y="45453"/>
                  </a:lnTo>
                  <a:lnTo>
                    <a:pt x="3606241" y="45453"/>
                  </a:lnTo>
                  <a:lnTo>
                    <a:pt x="3648329" y="31978"/>
                  </a:lnTo>
                  <a:lnTo>
                    <a:pt x="3693020" y="23507"/>
                  </a:lnTo>
                  <a:lnTo>
                    <a:pt x="3739438" y="20574"/>
                  </a:lnTo>
                  <a:lnTo>
                    <a:pt x="3787038" y="23507"/>
                  </a:lnTo>
                  <a:lnTo>
                    <a:pt x="3786263" y="23507"/>
                  </a:lnTo>
                  <a:lnTo>
                    <a:pt x="3830612" y="31851"/>
                  </a:lnTo>
                  <a:lnTo>
                    <a:pt x="3873271" y="45453"/>
                  </a:lnTo>
                  <a:lnTo>
                    <a:pt x="3913517" y="63906"/>
                  </a:lnTo>
                  <a:lnTo>
                    <a:pt x="3950995" y="86868"/>
                  </a:lnTo>
                  <a:lnTo>
                    <a:pt x="3985374" y="113982"/>
                  </a:lnTo>
                  <a:lnTo>
                    <a:pt x="4016298" y="144907"/>
                  </a:lnTo>
                  <a:lnTo>
                    <a:pt x="4043413" y="179285"/>
                  </a:lnTo>
                  <a:lnTo>
                    <a:pt x="4066387" y="216776"/>
                  </a:lnTo>
                  <a:lnTo>
                    <a:pt x="4084866" y="257035"/>
                  </a:lnTo>
                  <a:lnTo>
                    <a:pt x="4098493" y="299707"/>
                  </a:lnTo>
                  <a:lnTo>
                    <a:pt x="4106938" y="344449"/>
                  </a:lnTo>
                  <a:lnTo>
                    <a:pt x="4109847" y="390918"/>
                  </a:lnTo>
                  <a:lnTo>
                    <a:pt x="4109847" y="268363"/>
                  </a:lnTo>
                  <a:lnTo>
                    <a:pt x="4084472" y="207264"/>
                  </a:lnTo>
                  <a:lnTo>
                    <a:pt x="4060266" y="167690"/>
                  </a:lnTo>
                  <a:lnTo>
                    <a:pt x="4031691" y="131394"/>
                  </a:lnTo>
                  <a:lnTo>
                    <a:pt x="3999103" y="98755"/>
                  </a:lnTo>
                  <a:lnTo>
                    <a:pt x="3962870" y="70116"/>
                  </a:lnTo>
                  <a:lnTo>
                    <a:pt x="3923347" y="45872"/>
                  </a:lnTo>
                  <a:lnTo>
                    <a:pt x="3880904" y="26365"/>
                  </a:lnTo>
                  <a:lnTo>
                    <a:pt x="3862794" y="20574"/>
                  </a:lnTo>
                  <a:lnTo>
                    <a:pt x="3835920" y="11976"/>
                  </a:lnTo>
                  <a:lnTo>
                    <a:pt x="3788740" y="3060"/>
                  </a:lnTo>
                  <a:lnTo>
                    <a:pt x="3739743" y="0"/>
                  </a:lnTo>
                  <a:lnTo>
                    <a:pt x="3739438" y="0"/>
                  </a:lnTo>
                  <a:lnTo>
                    <a:pt x="3689807" y="3060"/>
                  </a:lnTo>
                  <a:lnTo>
                    <a:pt x="3690213" y="3060"/>
                  </a:lnTo>
                  <a:lnTo>
                    <a:pt x="3642830" y="11976"/>
                  </a:lnTo>
                  <a:lnTo>
                    <a:pt x="3642982" y="11976"/>
                  </a:lnTo>
                  <a:lnTo>
                    <a:pt x="3597960" y="26365"/>
                  </a:lnTo>
                  <a:lnTo>
                    <a:pt x="3556330" y="45453"/>
                  </a:lnTo>
                  <a:lnTo>
                    <a:pt x="3516134" y="69977"/>
                  </a:lnTo>
                  <a:lnTo>
                    <a:pt x="3479850" y="98602"/>
                  </a:lnTo>
                  <a:lnTo>
                    <a:pt x="3447211" y="131241"/>
                  </a:lnTo>
                  <a:lnTo>
                    <a:pt x="3418586" y="167525"/>
                  </a:lnTo>
                  <a:lnTo>
                    <a:pt x="3394341" y="207098"/>
                  </a:lnTo>
                  <a:lnTo>
                    <a:pt x="3374847" y="249593"/>
                  </a:lnTo>
                  <a:lnTo>
                    <a:pt x="3360458" y="294640"/>
                  </a:lnTo>
                  <a:lnTo>
                    <a:pt x="3351555" y="341998"/>
                  </a:lnTo>
                  <a:lnTo>
                    <a:pt x="3348494" y="390918"/>
                  </a:lnTo>
                  <a:lnTo>
                    <a:pt x="3351530" y="439978"/>
                  </a:lnTo>
                  <a:lnTo>
                    <a:pt x="3360407" y="487210"/>
                  </a:lnTo>
                  <a:lnTo>
                    <a:pt x="3374758" y="532269"/>
                  </a:lnTo>
                  <a:lnTo>
                    <a:pt x="3394240" y="574763"/>
                  </a:lnTo>
                  <a:lnTo>
                    <a:pt x="3418459" y="614349"/>
                  </a:lnTo>
                  <a:lnTo>
                    <a:pt x="3447059" y="650659"/>
                  </a:lnTo>
                  <a:lnTo>
                    <a:pt x="3479673" y="683310"/>
                  </a:lnTo>
                  <a:lnTo>
                    <a:pt x="3515944" y="711949"/>
                  </a:lnTo>
                  <a:lnTo>
                    <a:pt x="3555733" y="736307"/>
                  </a:lnTo>
                  <a:lnTo>
                    <a:pt x="3598227" y="755789"/>
                  </a:lnTo>
                  <a:lnTo>
                    <a:pt x="3643287" y="770166"/>
                  </a:lnTo>
                  <a:lnTo>
                    <a:pt x="3690340" y="779043"/>
                  </a:lnTo>
                  <a:lnTo>
                    <a:pt x="3690658" y="779043"/>
                  </a:lnTo>
                  <a:lnTo>
                    <a:pt x="3739210" y="782078"/>
                  </a:lnTo>
                  <a:lnTo>
                    <a:pt x="3788232" y="779043"/>
                  </a:lnTo>
                  <a:lnTo>
                    <a:pt x="3835450" y="770166"/>
                  </a:lnTo>
                  <a:lnTo>
                    <a:pt x="3862603" y="761492"/>
                  </a:lnTo>
                  <a:lnTo>
                    <a:pt x="3880472" y="755789"/>
                  </a:lnTo>
                  <a:lnTo>
                    <a:pt x="3922953" y="736307"/>
                  </a:lnTo>
                  <a:lnTo>
                    <a:pt x="3962514" y="712076"/>
                  </a:lnTo>
                  <a:lnTo>
                    <a:pt x="3998798" y="683463"/>
                  </a:lnTo>
                  <a:lnTo>
                    <a:pt x="4031424" y="650824"/>
                  </a:lnTo>
                  <a:lnTo>
                    <a:pt x="4060050" y="614540"/>
                  </a:lnTo>
                  <a:lnTo>
                    <a:pt x="4084294" y="574967"/>
                  </a:lnTo>
                  <a:lnTo>
                    <a:pt x="4103789" y="532472"/>
                  </a:lnTo>
                  <a:lnTo>
                    <a:pt x="4118178" y="487426"/>
                  </a:lnTo>
                  <a:lnTo>
                    <a:pt x="4127081" y="440194"/>
                  </a:lnTo>
                  <a:lnTo>
                    <a:pt x="4130154" y="391147"/>
                  </a:lnTo>
                  <a:close/>
                </a:path>
                <a:path w="7626984" h="861695">
                  <a:moveTo>
                    <a:pt x="7361529" y="249872"/>
                  </a:moveTo>
                  <a:lnTo>
                    <a:pt x="7161555" y="249872"/>
                  </a:lnTo>
                  <a:lnTo>
                    <a:pt x="7161555" y="269836"/>
                  </a:lnTo>
                  <a:lnTo>
                    <a:pt x="7334377" y="269836"/>
                  </a:lnTo>
                  <a:lnTo>
                    <a:pt x="7320788" y="294030"/>
                  </a:lnTo>
                  <a:lnTo>
                    <a:pt x="7290422" y="351739"/>
                  </a:lnTo>
                  <a:lnTo>
                    <a:pt x="7271855" y="390486"/>
                  </a:lnTo>
                  <a:lnTo>
                    <a:pt x="7255230" y="429082"/>
                  </a:lnTo>
                  <a:lnTo>
                    <a:pt x="7240664" y="467410"/>
                  </a:lnTo>
                  <a:lnTo>
                    <a:pt x="7228256" y="505409"/>
                  </a:lnTo>
                  <a:lnTo>
                    <a:pt x="7212089" y="575081"/>
                  </a:lnTo>
                  <a:lnTo>
                    <a:pt x="7236346" y="575081"/>
                  </a:lnTo>
                  <a:lnTo>
                    <a:pt x="7240791" y="550164"/>
                  </a:lnTo>
                  <a:lnTo>
                    <a:pt x="7249084" y="513295"/>
                  </a:lnTo>
                  <a:lnTo>
                    <a:pt x="7259968" y="475576"/>
                  </a:lnTo>
                  <a:lnTo>
                    <a:pt x="7273277" y="438010"/>
                  </a:lnTo>
                  <a:lnTo>
                    <a:pt x="7289038" y="400050"/>
                  </a:lnTo>
                  <a:lnTo>
                    <a:pt x="7314387" y="346481"/>
                  </a:lnTo>
                  <a:lnTo>
                    <a:pt x="7361529" y="258292"/>
                  </a:lnTo>
                  <a:lnTo>
                    <a:pt x="7361529" y="249872"/>
                  </a:lnTo>
                  <a:close/>
                </a:path>
                <a:path w="7626984" h="861695">
                  <a:moveTo>
                    <a:pt x="7626947" y="410768"/>
                  </a:moveTo>
                  <a:lnTo>
                    <a:pt x="7624051" y="363562"/>
                  </a:lnTo>
                  <a:lnTo>
                    <a:pt x="7615529" y="318211"/>
                  </a:lnTo>
                  <a:lnTo>
                    <a:pt x="7607452" y="292836"/>
                  </a:lnTo>
                  <a:lnTo>
                    <a:pt x="7607452" y="410552"/>
                  </a:lnTo>
                  <a:lnTo>
                    <a:pt x="7604277" y="457669"/>
                  </a:lnTo>
                  <a:lnTo>
                    <a:pt x="7594752" y="505155"/>
                  </a:lnTo>
                  <a:lnTo>
                    <a:pt x="7579512" y="549071"/>
                  </a:lnTo>
                  <a:lnTo>
                    <a:pt x="7558913" y="590169"/>
                  </a:lnTo>
                  <a:lnTo>
                    <a:pt x="7533373" y="628015"/>
                  </a:lnTo>
                  <a:lnTo>
                    <a:pt x="7503312" y="662203"/>
                  </a:lnTo>
                  <a:lnTo>
                    <a:pt x="7469175" y="692289"/>
                  </a:lnTo>
                  <a:lnTo>
                    <a:pt x="7431138" y="717969"/>
                  </a:lnTo>
                  <a:lnTo>
                    <a:pt x="7390054" y="738581"/>
                  </a:lnTo>
                  <a:lnTo>
                    <a:pt x="7346124" y="753821"/>
                  </a:lnTo>
                  <a:lnTo>
                    <a:pt x="7299985" y="763270"/>
                  </a:lnTo>
                  <a:lnTo>
                    <a:pt x="7299693" y="763270"/>
                  </a:lnTo>
                  <a:lnTo>
                    <a:pt x="7251878" y="766495"/>
                  </a:lnTo>
                  <a:lnTo>
                    <a:pt x="7203618" y="763270"/>
                  </a:lnTo>
                  <a:lnTo>
                    <a:pt x="7157326" y="753821"/>
                  </a:lnTo>
                  <a:lnTo>
                    <a:pt x="7113435" y="738581"/>
                  </a:lnTo>
                  <a:lnTo>
                    <a:pt x="7072363" y="717969"/>
                  </a:lnTo>
                  <a:lnTo>
                    <a:pt x="7034530" y="692416"/>
                  </a:lnTo>
                  <a:lnTo>
                    <a:pt x="7000367" y="662355"/>
                  </a:lnTo>
                  <a:lnTo>
                    <a:pt x="6970293" y="628192"/>
                  </a:lnTo>
                  <a:lnTo>
                    <a:pt x="6944728" y="590346"/>
                  </a:lnTo>
                  <a:lnTo>
                    <a:pt x="6924116" y="549262"/>
                  </a:lnTo>
                  <a:lnTo>
                    <a:pt x="6908851" y="505358"/>
                  </a:lnTo>
                  <a:lnTo>
                    <a:pt x="6899389" y="459054"/>
                  </a:lnTo>
                  <a:lnTo>
                    <a:pt x="6896125" y="410768"/>
                  </a:lnTo>
                  <a:lnTo>
                    <a:pt x="6899338" y="363562"/>
                  </a:lnTo>
                  <a:lnTo>
                    <a:pt x="6908901" y="316115"/>
                  </a:lnTo>
                  <a:lnTo>
                    <a:pt x="6924154" y="272224"/>
                  </a:lnTo>
                  <a:lnTo>
                    <a:pt x="6944766" y="231165"/>
                  </a:lnTo>
                  <a:lnTo>
                    <a:pt x="6970306" y="193332"/>
                  </a:lnTo>
                  <a:lnTo>
                    <a:pt x="7000354" y="159181"/>
                  </a:lnTo>
                  <a:lnTo>
                    <a:pt x="7034492" y="129095"/>
                  </a:lnTo>
                  <a:lnTo>
                    <a:pt x="7072287" y="103530"/>
                  </a:lnTo>
                  <a:lnTo>
                    <a:pt x="7113321" y="82905"/>
                  </a:lnTo>
                  <a:lnTo>
                    <a:pt x="7157186" y="67627"/>
                  </a:lnTo>
                  <a:lnTo>
                    <a:pt x="7203440" y="58115"/>
                  </a:lnTo>
                  <a:lnTo>
                    <a:pt x="7251662" y="54813"/>
                  </a:lnTo>
                  <a:lnTo>
                    <a:pt x="7301027" y="58115"/>
                  </a:lnTo>
                  <a:lnTo>
                    <a:pt x="7300277" y="58115"/>
                  </a:lnTo>
                  <a:lnTo>
                    <a:pt x="7346213" y="67487"/>
                  </a:lnTo>
                  <a:lnTo>
                    <a:pt x="7390104" y="82727"/>
                  </a:lnTo>
                  <a:lnTo>
                    <a:pt x="7431176" y="103339"/>
                  </a:lnTo>
                  <a:lnTo>
                    <a:pt x="7469010" y="128892"/>
                  </a:lnTo>
                  <a:lnTo>
                    <a:pt x="7503185" y="158953"/>
                  </a:lnTo>
                  <a:lnTo>
                    <a:pt x="7533259" y="193128"/>
                  </a:lnTo>
                  <a:lnTo>
                    <a:pt x="7558824" y="230962"/>
                  </a:lnTo>
                  <a:lnTo>
                    <a:pt x="7579436" y="272046"/>
                  </a:lnTo>
                  <a:lnTo>
                    <a:pt x="7594701" y="315950"/>
                  </a:lnTo>
                  <a:lnTo>
                    <a:pt x="7604176" y="362267"/>
                  </a:lnTo>
                  <a:lnTo>
                    <a:pt x="7607452" y="410552"/>
                  </a:lnTo>
                  <a:lnTo>
                    <a:pt x="7607452" y="292836"/>
                  </a:lnTo>
                  <a:lnTo>
                    <a:pt x="7583068" y="234149"/>
                  </a:lnTo>
                  <a:lnTo>
                    <a:pt x="7559827" y="196138"/>
                  </a:lnTo>
                  <a:lnTo>
                    <a:pt x="7532383" y="161277"/>
                  </a:lnTo>
                  <a:lnTo>
                    <a:pt x="7501077" y="129921"/>
                  </a:lnTo>
                  <a:lnTo>
                    <a:pt x="7466266" y="102412"/>
                  </a:lnTo>
                  <a:lnTo>
                    <a:pt x="7428306" y="79121"/>
                  </a:lnTo>
                  <a:lnTo>
                    <a:pt x="7387552" y="60388"/>
                  </a:lnTo>
                  <a:lnTo>
                    <a:pt x="7344334" y="46558"/>
                  </a:lnTo>
                  <a:lnTo>
                    <a:pt x="7299020" y="37998"/>
                  </a:lnTo>
                  <a:lnTo>
                    <a:pt x="7251954" y="35052"/>
                  </a:lnTo>
                  <a:lnTo>
                    <a:pt x="7251662" y="35052"/>
                  </a:lnTo>
                  <a:lnTo>
                    <a:pt x="7203999" y="37998"/>
                  </a:lnTo>
                  <a:lnTo>
                    <a:pt x="7204380" y="37998"/>
                  </a:lnTo>
                  <a:lnTo>
                    <a:pt x="7158876" y="46558"/>
                  </a:lnTo>
                  <a:lnTo>
                    <a:pt x="7159015" y="46558"/>
                  </a:lnTo>
                  <a:lnTo>
                    <a:pt x="7115772" y="60388"/>
                  </a:lnTo>
                  <a:lnTo>
                    <a:pt x="7074979" y="79121"/>
                  </a:lnTo>
                  <a:lnTo>
                    <a:pt x="7037171" y="102285"/>
                  </a:lnTo>
                  <a:lnTo>
                    <a:pt x="7002323" y="129768"/>
                  </a:lnTo>
                  <a:lnTo>
                    <a:pt x="6970966" y="161124"/>
                  </a:lnTo>
                  <a:lnTo>
                    <a:pt x="6943484" y="195973"/>
                  </a:lnTo>
                  <a:lnTo>
                    <a:pt x="6920192" y="233984"/>
                  </a:lnTo>
                  <a:lnTo>
                    <a:pt x="6901472" y="274802"/>
                  </a:lnTo>
                  <a:lnTo>
                    <a:pt x="6887654" y="318071"/>
                  </a:lnTo>
                  <a:lnTo>
                    <a:pt x="6879323" y="362267"/>
                  </a:lnTo>
                  <a:lnTo>
                    <a:pt x="6876161" y="410552"/>
                  </a:lnTo>
                  <a:lnTo>
                    <a:pt x="6879069" y="457669"/>
                  </a:lnTo>
                  <a:lnTo>
                    <a:pt x="6887591" y="503034"/>
                  </a:lnTo>
                  <a:lnTo>
                    <a:pt x="6901383" y="546315"/>
                  </a:lnTo>
                  <a:lnTo>
                    <a:pt x="6920090" y="587133"/>
                  </a:lnTo>
                  <a:lnTo>
                    <a:pt x="6943357" y="625157"/>
                  </a:lnTo>
                  <a:lnTo>
                    <a:pt x="6970827" y="660031"/>
                  </a:lnTo>
                  <a:lnTo>
                    <a:pt x="7002158" y="691400"/>
                  </a:lnTo>
                  <a:lnTo>
                    <a:pt x="7035813" y="717969"/>
                  </a:lnTo>
                  <a:lnTo>
                    <a:pt x="7075208" y="742302"/>
                  </a:lnTo>
                  <a:lnTo>
                    <a:pt x="7116026" y="761022"/>
                  </a:lnTo>
                  <a:lnTo>
                    <a:pt x="7159307" y="774814"/>
                  </a:lnTo>
                  <a:lnTo>
                    <a:pt x="7204507" y="783348"/>
                  </a:lnTo>
                  <a:lnTo>
                    <a:pt x="7204811" y="783348"/>
                  </a:lnTo>
                  <a:lnTo>
                    <a:pt x="7251446" y="786257"/>
                  </a:lnTo>
                  <a:lnTo>
                    <a:pt x="7298537" y="783348"/>
                  </a:lnTo>
                  <a:lnTo>
                    <a:pt x="7343876" y="774814"/>
                  </a:lnTo>
                  <a:lnTo>
                    <a:pt x="7369962" y="766495"/>
                  </a:lnTo>
                  <a:lnTo>
                    <a:pt x="7387133" y="761022"/>
                  </a:lnTo>
                  <a:lnTo>
                    <a:pt x="7427925" y="742302"/>
                  </a:lnTo>
                  <a:lnTo>
                    <a:pt x="7465936" y="719035"/>
                  </a:lnTo>
                  <a:lnTo>
                    <a:pt x="7500785" y="691540"/>
                  </a:lnTo>
                  <a:lnTo>
                    <a:pt x="7532129" y="660196"/>
                  </a:lnTo>
                  <a:lnTo>
                    <a:pt x="7559624" y="625335"/>
                  </a:lnTo>
                  <a:lnTo>
                    <a:pt x="7582903" y="587324"/>
                  </a:lnTo>
                  <a:lnTo>
                    <a:pt x="7601636" y="546519"/>
                  </a:lnTo>
                  <a:lnTo>
                    <a:pt x="7615453" y="503250"/>
                  </a:lnTo>
                  <a:lnTo>
                    <a:pt x="7624013" y="457885"/>
                  </a:lnTo>
                  <a:lnTo>
                    <a:pt x="7626947" y="410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7363" y="892302"/>
            <a:ext cx="6070600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latin typeface="Trebuchet MS"/>
                <a:cs typeface="Trebuchet MS"/>
              </a:rPr>
              <a:t>Business</a:t>
            </a:r>
            <a:r>
              <a:rPr sz="2400" b="1" spc="-204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Benefits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spc="-95" dirty="0">
                <a:latin typeface="Tahoma"/>
                <a:cs typeface="Tahoma"/>
              </a:rPr>
              <a:t>Tie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it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back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Tinder’s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goals: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monetization,</a:t>
            </a:r>
            <a:endParaRPr sz="24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2400" spc="-50" dirty="0">
                <a:latin typeface="Tahoma"/>
                <a:cs typeface="Tahoma"/>
              </a:rPr>
              <a:t>engagement,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retention.</a:t>
            </a:r>
            <a:endParaRPr sz="2400">
              <a:latin typeface="Tahoma"/>
              <a:cs typeface="Tahoma"/>
            </a:endParaRPr>
          </a:p>
          <a:p>
            <a:pPr marL="299085" marR="33909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spc="-20" dirty="0">
                <a:latin typeface="Tahoma"/>
                <a:cs typeface="Tahoma"/>
              </a:rPr>
              <a:t>Drives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subscriptions: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Teaser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960" dirty="0">
                <a:latin typeface="Tahoma"/>
                <a:cs typeface="Tahoma"/>
              </a:rPr>
              <a:t>→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trial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1010" dirty="0">
                <a:latin typeface="Tahoma"/>
                <a:cs typeface="Tahoma"/>
              </a:rPr>
              <a:t>→</a:t>
            </a:r>
            <a:r>
              <a:rPr sz="2400" spc="-10" dirty="0">
                <a:latin typeface="Tahoma"/>
                <a:cs typeface="Tahoma"/>
              </a:rPr>
              <a:t> conversion</a:t>
            </a:r>
            <a:r>
              <a:rPr sz="2400" spc="-17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path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increases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Gold/Platinum upgrades.</a:t>
            </a:r>
            <a:endParaRPr sz="2400">
              <a:latin typeface="Tahoma"/>
              <a:cs typeface="Tahoma"/>
            </a:endParaRPr>
          </a:p>
          <a:p>
            <a:pPr marL="299085" marR="38354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spc="-20" dirty="0">
                <a:latin typeface="Tahoma"/>
                <a:cs typeface="Tahoma"/>
              </a:rPr>
              <a:t>perceived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value: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Adds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premium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layer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of </a:t>
            </a:r>
            <a:r>
              <a:rPr sz="2400" spc="-10" dirty="0">
                <a:latin typeface="Tahoma"/>
                <a:cs typeface="Tahoma"/>
              </a:rPr>
              <a:t>user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control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intent.</a:t>
            </a:r>
            <a:endParaRPr sz="2400">
              <a:latin typeface="Tahoma"/>
              <a:cs typeface="Tahom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dirty="0">
                <a:latin typeface="Tahoma"/>
                <a:cs typeface="Tahoma"/>
              </a:rPr>
              <a:t>Boosts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retention: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Users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come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back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for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more </a:t>
            </a:r>
            <a:r>
              <a:rPr sz="2400" spc="-10" dirty="0">
                <a:latin typeface="Tahoma"/>
                <a:cs typeface="Tahoma"/>
              </a:rPr>
              <a:t>efficient</a:t>
            </a:r>
            <a:r>
              <a:rPr sz="2400" spc="-18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discovery.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75707" y="4949128"/>
            <a:ext cx="1504950" cy="1252855"/>
            <a:chOff x="7775707" y="4949128"/>
            <a:chExt cx="1504950" cy="1252855"/>
          </a:xfrm>
        </p:grpSpPr>
        <p:sp>
          <p:nvSpPr>
            <p:cNvPr id="4" name="object 4"/>
            <p:cNvSpPr/>
            <p:nvPr/>
          </p:nvSpPr>
          <p:spPr>
            <a:xfrm>
              <a:off x="7791149" y="5249475"/>
              <a:ext cx="1489710" cy="952500"/>
            </a:xfrm>
            <a:custGeom>
              <a:avLst/>
              <a:gdLst/>
              <a:ahLst/>
              <a:cxnLst/>
              <a:rect l="l" t="t" r="r" b="b"/>
              <a:pathLst>
                <a:path w="1489709" h="952500">
                  <a:moveTo>
                    <a:pt x="1489261" y="0"/>
                  </a:moveTo>
                  <a:lnTo>
                    <a:pt x="1202520" y="0"/>
                  </a:lnTo>
                  <a:lnTo>
                    <a:pt x="1308256" y="105793"/>
                  </a:lnTo>
                  <a:lnTo>
                    <a:pt x="826172" y="588142"/>
                  </a:lnTo>
                  <a:lnTo>
                    <a:pt x="557352" y="319175"/>
                  </a:lnTo>
                  <a:lnTo>
                    <a:pt x="0" y="876834"/>
                  </a:lnTo>
                  <a:lnTo>
                    <a:pt x="75269" y="952145"/>
                  </a:lnTo>
                  <a:lnTo>
                    <a:pt x="557352" y="469796"/>
                  </a:lnTo>
                  <a:lnTo>
                    <a:pt x="826172" y="738764"/>
                  </a:lnTo>
                  <a:lnTo>
                    <a:pt x="1202520" y="362209"/>
                  </a:lnTo>
                  <a:lnTo>
                    <a:pt x="1383525" y="181104"/>
                  </a:lnTo>
                  <a:lnTo>
                    <a:pt x="1489261" y="286898"/>
                  </a:lnTo>
                  <a:lnTo>
                    <a:pt x="14892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469" y="4949128"/>
              <a:ext cx="179213" cy="1793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75707" y="5146371"/>
              <a:ext cx="1136650" cy="769620"/>
            </a:xfrm>
            <a:custGeom>
              <a:avLst/>
              <a:gdLst/>
              <a:ahLst/>
              <a:cxnLst/>
              <a:rect l="l" t="t" r="r" b="b"/>
              <a:pathLst>
                <a:path w="1136650" h="769620">
                  <a:moveTo>
                    <a:pt x="196447" y="502073"/>
                  </a:moveTo>
                  <a:lnTo>
                    <a:pt x="124761" y="502073"/>
                  </a:lnTo>
                  <a:lnTo>
                    <a:pt x="124761" y="769068"/>
                  </a:lnTo>
                  <a:lnTo>
                    <a:pt x="196447" y="697343"/>
                  </a:lnTo>
                  <a:lnTo>
                    <a:pt x="196447" y="502073"/>
                  </a:lnTo>
                  <a:close/>
                </a:path>
                <a:path w="1136650" h="769620">
                  <a:moveTo>
                    <a:pt x="303975" y="502073"/>
                  </a:moveTo>
                  <a:lnTo>
                    <a:pt x="232289" y="502073"/>
                  </a:lnTo>
                  <a:lnTo>
                    <a:pt x="232289" y="661481"/>
                  </a:lnTo>
                  <a:lnTo>
                    <a:pt x="303975" y="589756"/>
                  </a:lnTo>
                  <a:lnTo>
                    <a:pt x="303975" y="502073"/>
                  </a:lnTo>
                  <a:close/>
                </a:path>
                <a:path w="1136650" h="769620">
                  <a:moveTo>
                    <a:pt x="1095746" y="110635"/>
                  </a:moveTo>
                  <a:lnTo>
                    <a:pt x="840718" y="110635"/>
                  </a:lnTo>
                  <a:lnTo>
                    <a:pt x="840718" y="589397"/>
                  </a:lnTo>
                  <a:lnTo>
                    <a:pt x="912404" y="517673"/>
                  </a:lnTo>
                  <a:lnTo>
                    <a:pt x="912403" y="394486"/>
                  </a:lnTo>
                  <a:lnTo>
                    <a:pt x="1019931" y="394486"/>
                  </a:lnTo>
                  <a:lnTo>
                    <a:pt x="1019931" y="110814"/>
                  </a:lnTo>
                  <a:lnTo>
                    <a:pt x="1095786" y="110814"/>
                  </a:lnTo>
                  <a:lnTo>
                    <a:pt x="1095746" y="110635"/>
                  </a:lnTo>
                  <a:close/>
                </a:path>
                <a:path w="1136650" h="769620">
                  <a:moveTo>
                    <a:pt x="378830" y="107587"/>
                  </a:moveTo>
                  <a:lnTo>
                    <a:pt x="124761" y="107587"/>
                  </a:lnTo>
                  <a:lnTo>
                    <a:pt x="124725" y="235077"/>
                  </a:lnTo>
                  <a:lnTo>
                    <a:pt x="70997" y="502073"/>
                  </a:lnTo>
                  <a:lnTo>
                    <a:pt x="357739" y="502073"/>
                  </a:lnTo>
                  <a:lnTo>
                    <a:pt x="303975" y="235077"/>
                  </a:lnTo>
                  <a:lnTo>
                    <a:pt x="303974" y="109559"/>
                  </a:lnTo>
                  <a:lnTo>
                    <a:pt x="379282" y="109559"/>
                  </a:lnTo>
                  <a:lnTo>
                    <a:pt x="378830" y="107587"/>
                  </a:lnTo>
                  <a:close/>
                </a:path>
                <a:path w="1136650" h="769620">
                  <a:moveTo>
                    <a:pt x="1019931" y="394486"/>
                  </a:moveTo>
                  <a:lnTo>
                    <a:pt x="948246" y="394486"/>
                  </a:lnTo>
                  <a:lnTo>
                    <a:pt x="948246" y="482528"/>
                  </a:lnTo>
                  <a:lnTo>
                    <a:pt x="1019931" y="410803"/>
                  </a:lnTo>
                  <a:lnTo>
                    <a:pt x="1019931" y="394486"/>
                  </a:lnTo>
                  <a:close/>
                </a:path>
                <a:path w="1136650" h="769620">
                  <a:moveTo>
                    <a:pt x="737545" y="110635"/>
                  </a:moveTo>
                  <a:lnTo>
                    <a:pt x="481754" y="110635"/>
                  </a:lnTo>
                  <a:lnTo>
                    <a:pt x="481754" y="411341"/>
                  </a:lnTo>
                  <a:lnTo>
                    <a:pt x="521360" y="371534"/>
                  </a:lnTo>
                  <a:lnTo>
                    <a:pt x="545063" y="355762"/>
                  </a:lnTo>
                  <a:lnTo>
                    <a:pt x="572036" y="350496"/>
                  </a:lnTo>
                  <a:lnTo>
                    <a:pt x="662401" y="350496"/>
                  </a:lnTo>
                  <a:lnTo>
                    <a:pt x="662401" y="110814"/>
                  </a:lnTo>
                  <a:lnTo>
                    <a:pt x="737585" y="110814"/>
                  </a:lnTo>
                  <a:lnTo>
                    <a:pt x="737545" y="110635"/>
                  </a:lnTo>
                  <a:close/>
                </a:path>
                <a:path w="1136650" h="769620">
                  <a:moveTo>
                    <a:pt x="662401" y="350496"/>
                  </a:moveTo>
                  <a:lnTo>
                    <a:pt x="572036" y="350496"/>
                  </a:lnTo>
                  <a:lnTo>
                    <a:pt x="599058" y="355762"/>
                  </a:lnTo>
                  <a:lnTo>
                    <a:pt x="622797" y="371534"/>
                  </a:lnTo>
                  <a:lnTo>
                    <a:pt x="662401" y="409727"/>
                  </a:lnTo>
                  <a:lnTo>
                    <a:pt x="662401" y="350496"/>
                  </a:lnTo>
                  <a:close/>
                </a:path>
                <a:path w="1136650" h="769620">
                  <a:moveTo>
                    <a:pt x="213830" y="0"/>
                  </a:moveTo>
                  <a:lnTo>
                    <a:pt x="141607" y="12013"/>
                  </a:lnTo>
                  <a:lnTo>
                    <a:pt x="104107" y="27989"/>
                  </a:lnTo>
                  <a:lnTo>
                    <a:pt x="69922" y="50207"/>
                  </a:lnTo>
                  <a:lnTo>
                    <a:pt x="57735" y="70290"/>
                  </a:lnTo>
                  <a:lnTo>
                    <a:pt x="746" y="330651"/>
                  </a:lnTo>
                  <a:lnTo>
                    <a:pt x="88" y="343740"/>
                  </a:lnTo>
                  <a:lnTo>
                    <a:pt x="0" y="345513"/>
                  </a:lnTo>
                  <a:lnTo>
                    <a:pt x="4840" y="359040"/>
                  </a:lnTo>
                  <a:lnTo>
                    <a:pt x="14396" y="369762"/>
                  </a:lnTo>
                  <a:lnTo>
                    <a:pt x="27798" y="376211"/>
                  </a:lnTo>
                  <a:lnTo>
                    <a:pt x="27653" y="376211"/>
                  </a:lnTo>
                  <a:lnTo>
                    <a:pt x="29241" y="376554"/>
                  </a:lnTo>
                  <a:lnTo>
                    <a:pt x="31212" y="376734"/>
                  </a:lnTo>
                  <a:lnTo>
                    <a:pt x="33183" y="376734"/>
                  </a:lnTo>
                  <a:lnTo>
                    <a:pt x="70924" y="348582"/>
                  </a:lnTo>
                  <a:lnTo>
                    <a:pt x="124761" y="107587"/>
                  </a:lnTo>
                  <a:lnTo>
                    <a:pt x="378830" y="107587"/>
                  </a:lnTo>
                  <a:lnTo>
                    <a:pt x="370283" y="70290"/>
                  </a:lnTo>
                  <a:lnTo>
                    <a:pt x="368501" y="62415"/>
                  </a:lnTo>
                  <a:lnTo>
                    <a:pt x="364108" y="55347"/>
                  </a:lnTo>
                  <a:lnTo>
                    <a:pt x="323618" y="27989"/>
                  </a:lnTo>
                  <a:lnTo>
                    <a:pt x="286053" y="12013"/>
                  </a:lnTo>
                  <a:lnTo>
                    <a:pt x="250315" y="3003"/>
                  </a:lnTo>
                  <a:lnTo>
                    <a:pt x="213830" y="0"/>
                  </a:lnTo>
                  <a:close/>
                </a:path>
                <a:path w="1136650" h="769620">
                  <a:moveTo>
                    <a:pt x="379282" y="109559"/>
                  </a:moveTo>
                  <a:lnTo>
                    <a:pt x="303974" y="109559"/>
                  </a:lnTo>
                  <a:lnTo>
                    <a:pt x="357739" y="343740"/>
                  </a:lnTo>
                  <a:lnTo>
                    <a:pt x="361382" y="356726"/>
                  </a:lnTo>
                  <a:lnTo>
                    <a:pt x="369253" y="367152"/>
                  </a:lnTo>
                  <a:lnTo>
                    <a:pt x="380328" y="374075"/>
                  </a:lnTo>
                  <a:lnTo>
                    <a:pt x="393581" y="376554"/>
                  </a:lnTo>
                  <a:lnTo>
                    <a:pt x="405347" y="374452"/>
                  </a:lnTo>
                  <a:lnTo>
                    <a:pt x="405500" y="374452"/>
                  </a:lnTo>
                  <a:lnTo>
                    <a:pt x="428276" y="348582"/>
                  </a:lnTo>
                  <a:lnTo>
                    <a:pt x="428349" y="348402"/>
                  </a:lnTo>
                  <a:lnTo>
                    <a:pt x="429424" y="340692"/>
                  </a:lnTo>
                  <a:lnTo>
                    <a:pt x="467805" y="171960"/>
                  </a:lnTo>
                  <a:lnTo>
                    <a:pt x="393581" y="171960"/>
                  </a:lnTo>
                  <a:lnTo>
                    <a:pt x="379282" y="109559"/>
                  </a:lnTo>
                  <a:close/>
                </a:path>
                <a:path w="1136650" h="769620">
                  <a:moveTo>
                    <a:pt x="737585" y="110814"/>
                  </a:moveTo>
                  <a:lnTo>
                    <a:pt x="662401" y="110814"/>
                  </a:lnTo>
                  <a:lnTo>
                    <a:pt x="716124" y="348402"/>
                  </a:lnTo>
                  <a:lnTo>
                    <a:pt x="752008" y="376554"/>
                  </a:lnTo>
                  <a:lnTo>
                    <a:pt x="764048" y="374452"/>
                  </a:lnTo>
                  <a:lnTo>
                    <a:pt x="774426" y="368625"/>
                  </a:lnTo>
                  <a:lnTo>
                    <a:pt x="782332" y="359725"/>
                  </a:lnTo>
                  <a:lnTo>
                    <a:pt x="786881" y="348582"/>
                  </a:lnTo>
                  <a:lnTo>
                    <a:pt x="786954" y="348402"/>
                  </a:lnTo>
                  <a:lnTo>
                    <a:pt x="826081" y="175366"/>
                  </a:lnTo>
                  <a:lnTo>
                    <a:pt x="752008" y="175366"/>
                  </a:lnTo>
                  <a:lnTo>
                    <a:pt x="737585" y="110814"/>
                  </a:lnTo>
                  <a:close/>
                </a:path>
                <a:path w="1136650" h="769620">
                  <a:moveTo>
                    <a:pt x="1095786" y="110814"/>
                  </a:moveTo>
                  <a:lnTo>
                    <a:pt x="1019931" y="110814"/>
                  </a:lnTo>
                  <a:lnTo>
                    <a:pt x="1076342" y="353423"/>
                  </a:lnTo>
                  <a:lnTo>
                    <a:pt x="1076384" y="353602"/>
                  </a:lnTo>
                  <a:lnTo>
                    <a:pt x="1077638" y="353423"/>
                  </a:lnTo>
                  <a:lnTo>
                    <a:pt x="1136599" y="294430"/>
                  </a:lnTo>
                  <a:lnTo>
                    <a:pt x="1095786" y="110814"/>
                  </a:lnTo>
                  <a:close/>
                </a:path>
                <a:path w="1136650" h="769620">
                  <a:moveTo>
                    <a:pt x="930683" y="0"/>
                  </a:moveTo>
                  <a:lnTo>
                    <a:pt x="858460" y="12013"/>
                  </a:lnTo>
                  <a:lnTo>
                    <a:pt x="820896" y="27989"/>
                  </a:lnTo>
                  <a:lnTo>
                    <a:pt x="786775" y="50207"/>
                  </a:lnTo>
                  <a:lnTo>
                    <a:pt x="752008" y="175366"/>
                  </a:lnTo>
                  <a:lnTo>
                    <a:pt x="826081" y="175366"/>
                  </a:lnTo>
                  <a:lnTo>
                    <a:pt x="840678" y="110814"/>
                  </a:lnTo>
                  <a:lnTo>
                    <a:pt x="840718" y="110635"/>
                  </a:lnTo>
                  <a:lnTo>
                    <a:pt x="1095746" y="110635"/>
                  </a:lnTo>
                  <a:lnTo>
                    <a:pt x="1086778" y="70290"/>
                  </a:lnTo>
                  <a:lnTo>
                    <a:pt x="1085266" y="62415"/>
                  </a:lnTo>
                  <a:lnTo>
                    <a:pt x="1040510" y="27989"/>
                  </a:lnTo>
                  <a:lnTo>
                    <a:pt x="1002906" y="12013"/>
                  </a:lnTo>
                  <a:lnTo>
                    <a:pt x="967168" y="3003"/>
                  </a:lnTo>
                  <a:lnTo>
                    <a:pt x="930683" y="0"/>
                  </a:lnTo>
                  <a:close/>
                </a:path>
                <a:path w="1136650" h="769620">
                  <a:moveTo>
                    <a:pt x="554537" y="1470"/>
                  </a:moveTo>
                  <a:lnTo>
                    <a:pt x="510248" y="9334"/>
                  </a:lnTo>
                  <a:lnTo>
                    <a:pt x="468118" y="25655"/>
                  </a:lnTo>
                  <a:lnTo>
                    <a:pt x="429424" y="50207"/>
                  </a:lnTo>
                  <a:lnTo>
                    <a:pt x="417237" y="70290"/>
                  </a:lnTo>
                  <a:lnTo>
                    <a:pt x="393581" y="171960"/>
                  </a:lnTo>
                  <a:lnTo>
                    <a:pt x="467805" y="171960"/>
                  </a:lnTo>
                  <a:lnTo>
                    <a:pt x="481713" y="110814"/>
                  </a:lnTo>
                  <a:lnTo>
                    <a:pt x="481754" y="110635"/>
                  </a:lnTo>
                  <a:lnTo>
                    <a:pt x="737545" y="110635"/>
                  </a:lnTo>
                  <a:lnTo>
                    <a:pt x="728531" y="70290"/>
                  </a:lnTo>
                  <a:lnTo>
                    <a:pt x="726900" y="62415"/>
                  </a:lnTo>
                  <a:lnTo>
                    <a:pt x="722576" y="55347"/>
                  </a:lnTo>
                  <a:lnTo>
                    <a:pt x="682084" y="27989"/>
                  </a:lnTo>
                  <a:lnTo>
                    <a:pt x="644480" y="12013"/>
                  </a:lnTo>
                  <a:lnTo>
                    <a:pt x="599706" y="2288"/>
                  </a:lnTo>
                  <a:lnTo>
                    <a:pt x="554537" y="1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7142" y="4949128"/>
              <a:ext cx="179213" cy="1793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8178" y="4949128"/>
              <a:ext cx="179213" cy="1793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0D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148" y="261315"/>
            <a:ext cx="11626215" cy="6346825"/>
          </a:xfrm>
          <a:custGeom>
            <a:avLst/>
            <a:gdLst/>
            <a:ahLst/>
            <a:cxnLst/>
            <a:rect l="l" t="t" r="r" b="b"/>
            <a:pathLst>
              <a:path w="11626215" h="6346825">
                <a:moveTo>
                  <a:pt x="0" y="6346317"/>
                </a:moveTo>
                <a:lnTo>
                  <a:pt x="11625961" y="6346317"/>
                </a:lnTo>
                <a:lnTo>
                  <a:pt x="11625961" y="0"/>
                </a:lnTo>
                <a:lnTo>
                  <a:pt x="0" y="0"/>
                </a:lnTo>
                <a:lnTo>
                  <a:pt x="0" y="6346317"/>
                </a:lnTo>
                <a:close/>
              </a:path>
            </a:pathLst>
          </a:custGeom>
          <a:ln w="952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59985" y="389585"/>
            <a:ext cx="3276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05" dirty="0">
                <a:solidFill>
                  <a:srgbClr val="FFFFFF"/>
                </a:solidFill>
                <a:latin typeface="Tahoma"/>
                <a:cs typeface="Tahoma"/>
              </a:rPr>
              <a:t>Success</a:t>
            </a:r>
            <a:r>
              <a:rPr b="0" spc="-3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</a:p>
        </p:txBody>
      </p:sp>
      <p:sp>
        <p:nvSpPr>
          <p:cNvPr id="5" name="object 5"/>
          <p:cNvSpPr/>
          <p:nvPr/>
        </p:nvSpPr>
        <p:spPr>
          <a:xfrm>
            <a:off x="4472178" y="882650"/>
            <a:ext cx="3248025" cy="10795"/>
          </a:xfrm>
          <a:custGeom>
            <a:avLst/>
            <a:gdLst/>
            <a:ahLst/>
            <a:cxnLst/>
            <a:rect l="l" t="t" r="r" b="b"/>
            <a:pathLst>
              <a:path w="3248025" h="10794">
                <a:moveTo>
                  <a:pt x="3247644" y="0"/>
                </a:moveTo>
                <a:lnTo>
                  <a:pt x="0" y="0"/>
                </a:lnTo>
                <a:lnTo>
                  <a:pt x="0" y="10667"/>
                </a:lnTo>
                <a:lnTo>
                  <a:pt x="3247644" y="10667"/>
                </a:lnTo>
                <a:lnTo>
                  <a:pt x="32476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92871" y="1338833"/>
            <a:ext cx="3565525" cy="3483610"/>
          </a:xfrm>
          <a:prstGeom prst="rect">
            <a:avLst/>
          </a:prstGeom>
          <a:ln w="44450">
            <a:solidFill>
              <a:srgbClr val="ED2C6B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endParaRPr sz="1800">
              <a:latin typeface="Times New Roman"/>
              <a:cs typeface="Times New Roman"/>
            </a:endParaRPr>
          </a:p>
          <a:p>
            <a:pPr marL="194945" marR="789305" indent="45720">
              <a:lnSpc>
                <a:spcPct val="100000"/>
              </a:lnSpc>
            </a:pPr>
            <a:r>
              <a:rPr sz="18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Retention</a:t>
            </a:r>
            <a:r>
              <a:rPr sz="1800" b="1" u="sng" spc="-1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Metrics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Check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feature</a:t>
            </a:r>
            <a:r>
              <a:rPr sz="1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brings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users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back.</a:t>
            </a:r>
            <a:endParaRPr sz="1800">
              <a:latin typeface="Tahoma"/>
              <a:cs typeface="Tahoma"/>
            </a:endParaRPr>
          </a:p>
          <a:p>
            <a:pPr marL="194945">
              <a:lnSpc>
                <a:spcPct val="100000"/>
              </a:lnSpc>
            </a:pPr>
            <a:r>
              <a:rPr sz="1800" b="1" spc="-50" dirty="0">
                <a:solidFill>
                  <a:srgbClr val="ED2C6B"/>
                </a:solidFill>
                <a:latin typeface="Trebuchet MS"/>
                <a:cs typeface="Trebuchet MS"/>
              </a:rPr>
              <a:t>Return</a:t>
            </a:r>
            <a:r>
              <a:rPr sz="1800" b="1" spc="-145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ED2C6B"/>
                </a:solidFill>
                <a:latin typeface="Trebuchet MS"/>
                <a:cs typeface="Trebuchet MS"/>
              </a:rPr>
              <a:t>Visits</a:t>
            </a:r>
            <a:r>
              <a:rPr sz="1800" b="1" spc="-145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ED2C6B"/>
                </a:solidFill>
                <a:latin typeface="Trebuchet MS"/>
                <a:cs typeface="Trebuchet MS"/>
              </a:rPr>
              <a:t>to</a:t>
            </a:r>
            <a:r>
              <a:rPr sz="1800" b="1" spc="-140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ED2C6B"/>
                </a:solidFill>
                <a:latin typeface="Trebuchet MS"/>
                <a:cs typeface="Trebuchet MS"/>
              </a:rPr>
              <a:t>Grid</a:t>
            </a:r>
            <a:r>
              <a:rPr sz="1800" b="1" spc="-150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ED2C6B"/>
                </a:solidFill>
                <a:latin typeface="Trebuchet MS"/>
                <a:cs typeface="Trebuchet MS"/>
              </a:rPr>
              <a:t>View</a:t>
            </a:r>
            <a:endParaRPr sz="1800">
              <a:latin typeface="Trebuchet MS"/>
              <a:cs typeface="Trebuchet MS"/>
            </a:endParaRPr>
          </a:p>
          <a:p>
            <a:pPr marL="194945" marR="769620">
              <a:lnSpc>
                <a:spcPct val="100000"/>
              </a:lnSpc>
            </a:pPr>
            <a:r>
              <a:rPr sz="1800" spc="-720" dirty="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try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once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bounce,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become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repeat users?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098" y="1336166"/>
            <a:ext cx="3565525" cy="3483610"/>
          </a:xfrm>
          <a:prstGeom prst="rect">
            <a:avLst/>
          </a:prstGeom>
          <a:ln w="44450">
            <a:solidFill>
              <a:srgbClr val="ED2C6B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endParaRPr sz="18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</a:pPr>
            <a:r>
              <a:rPr sz="180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Engagement</a:t>
            </a:r>
            <a:r>
              <a:rPr sz="1800" b="1" u="sng" spc="-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Metrics</a:t>
            </a:r>
            <a:endParaRPr sz="1800">
              <a:latin typeface="Trebuchet MS"/>
              <a:cs typeface="Trebuchet MS"/>
            </a:endParaRPr>
          </a:p>
          <a:p>
            <a:pPr marL="139065" marR="513715">
              <a:lnSpc>
                <a:spcPct val="100000"/>
              </a:lnSpc>
            </a:pP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whether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users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using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Grid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View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often. </a:t>
            </a:r>
            <a:r>
              <a:rPr sz="1800" b="1" spc="-75" dirty="0">
                <a:solidFill>
                  <a:srgbClr val="ED2C6B"/>
                </a:solidFill>
                <a:latin typeface="Trebuchet MS"/>
                <a:cs typeface="Trebuchet MS"/>
              </a:rPr>
              <a:t>Time</a:t>
            </a:r>
            <a:r>
              <a:rPr sz="1800" b="1" spc="-145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ED2C6B"/>
                </a:solidFill>
                <a:latin typeface="Trebuchet MS"/>
                <a:cs typeface="Trebuchet MS"/>
              </a:rPr>
              <a:t>Spent</a:t>
            </a:r>
            <a:r>
              <a:rPr sz="1800" b="1" spc="-175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ED2C6B"/>
                </a:solidFill>
                <a:latin typeface="Trebuchet MS"/>
                <a:cs typeface="Trebuchet MS"/>
              </a:rPr>
              <a:t>in</a:t>
            </a:r>
            <a:r>
              <a:rPr sz="1800" b="1" spc="-155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ED2C6B"/>
                </a:solidFill>
                <a:latin typeface="Trebuchet MS"/>
                <a:cs typeface="Trebuchet MS"/>
              </a:rPr>
              <a:t>Grid</a:t>
            </a:r>
            <a:r>
              <a:rPr sz="1800" b="1" spc="-160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ED2C6B"/>
                </a:solidFill>
                <a:latin typeface="Trebuchet MS"/>
                <a:cs typeface="Trebuchet MS"/>
              </a:rPr>
              <a:t>View</a:t>
            </a:r>
            <a:endParaRPr sz="1800">
              <a:latin typeface="Trebuchet MS"/>
              <a:cs typeface="Trebuchet MS"/>
            </a:endParaRPr>
          </a:p>
          <a:p>
            <a:pPr marL="139065">
              <a:lnSpc>
                <a:spcPct val="100000"/>
              </a:lnSpc>
            </a:pPr>
            <a:r>
              <a:rPr sz="1800" spc="-720" dirty="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Avg.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session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sz="18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Grid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vs.</a:t>
            </a:r>
            <a:endParaRPr sz="1800">
              <a:latin typeface="Tahoma"/>
              <a:cs typeface="Tahoma"/>
            </a:endParaRPr>
          </a:p>
          <a:p>
            <a:pPr marL="13906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swipe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deck</a:t>
            </a:r>
            <a:endParaRPr sz="1800">
              <a:latin typeface="Tahoma"/>
              <a:cs typeface="Tahoma"/>
            </a:endParaRPr>
          </a:p>
          <a:p>
            <a:pPr marL="139065">
              <a:lnSpc>
                <a:spcPct val="100000"/>
              </a:lnSpc>
            </a:pPr>
            <a:r>
              <a:rPr sz="1800" b="1" spc="-35" dirty="0">
                <a:solidFill>
                  <a:srgbClr val="ED2C6B"/>
                </a:solidFill>
                <a:latin typeface="Trebuchet MS"/>
                <a:cs typeface="Trebuchet MS"/>
              </a:rPr>
              <a:t>Grid</a:t>
            </a:r>
            <a:r>
              <a:rPr sz="1800" b="1" spc="-130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ED2C6B"/>
                </a:solidFill>
                <a:latin typeface="Trebuchet MS"/>
                <a:cs typeface="Trebuchet MS"/>
              </a:rPr>
              <a:t>View</a:t>
            </a:r>
            <a:r>
              <a:rPr sz="1800" b="1" spc="-120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ED2C6B"/>
                </a:solidFill>
                <a:latin typeface="Trebuchet MS"/>
                <a:cs typeface="Trebuchet MS"/>
              </a:rPr>
              <a:t>Opens</a:t>
            </a:r>
            <a:r>
              <a:rPr sz="1800" b="1" spc="-150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60" dirty="0">
                <a:solidFill>
                  <a:srgbClr val="ED2C6B"/>
                </a:solidFill>
                <a:latin typeface="Trebuchet MS"/>
                <a:cs typeface="Trebuchet MS"/>
              </a:rPr>
              <a:t>per</a:t>
            </a:r>
            <a:r>
              <a:rPr sz="1800" b="1" spc="-125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ED2C6B"/>
                </a:solidFill>
                <a:latin typeface="Trebuchet MS"/>
                <a:cs typeface="Trebuchet MS"/>
              </a:rPr>
              <a:t>Day</a:t>
            </a:r>
            <a:endParaRPr sz="1800">
              <a:latin typeface="Trebuchet MS"/>
              <a:cs typeface="Trebuchet MS"/>
            </a:endParaRPr>
          </a:p>
          <a:p>
            <a:pPr marL="139065">
              <a:lnSpc>
                <a:spcPct val="100000"/>
              </a:lnSpc>
            </a:pPr>
            <a:r>
              <a:rPr sz="1800" spc="-720" dirty="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sz="18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often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users</a:t>
            </a:r>
            <a:r>
              <a:rPr sz="18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come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back</a:t>
            </a:r>
            <a:endParaRPr sz="1800">
              <a:latin typeface="Tahoma"/>
              <a:cs typeface="Tahoma"/>
            </a:endParaRPr>
          </a:p>
          <a:p>
            <a:pPr marL="139065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6221" y="1338833"/>
            <a:ext cx="3565525" cy="3483610"/>
          </a:xfrm>
          <a:prstGeom prst="rect">
            <a:avLst/>
          </a:prstGeom>
          <a:ln w="44450">
            <a:solidFill>
              <a:srgbClr val="ED2C6B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endParaRPr sz="1800">
              <a:latin typeface="Times New Roman"/>
              <a:cs typeface="Times New Roman"/>
            </a:endParaRPr>
          </a:p>
          <a:p>
            <a:pPr marL="227965" marR="822960">
              <a:lnSpc>
                <a:spcPct val="100000"/>
              </a:lnSpc>
            </a:pPr>
            <a:r>
              <a:rPr sz="18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Conversion</a:t>
            </a:r>
            <a:r>
              <a:rPr sz="1800" b="1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Metrics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Measure</a:t>
            </a:r>
            <a:r>
              <a:rPr sz="18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impact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Tinder's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revenue</a:t>
            </a:r>
            <a:r>
              <a:rPr sz="18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stream. </a:t>
            </a:r>
            <a:r>
              <a:rPr sz="1800" b="1" spc="-90" dirty="0">
                <a:solidFill>
                  <a:srgbClr val="ED2C6B"/>
                </a:solidFill>
                <a:latin typeface="Trebuchet MS"/>
                <a:cs typeface="Trebuchet MS"/>
              </a:rPr>
              <a:t>Free-</a:t>
            </a:r>
            <a:r>
              <a:rPr sz="1800" b="1" spc="-60" dirty="0">
                <a:solidFill>
                  <a:srgbClr val="ED2C6B"/>
                </a:solidFill>
                <a:latin typeface="Trebuchet MS"/>
                <a:cs typeface="Trebuchet MS"/>
              </a:rPr>
              <a:t>to-</a:t>
            </a:r>
            <a:r>
              <a:rPr sz="1800" b="1" spc="-25" dirty="0">
                <a:solidFill>
                  <a:srgbClr val="ED2C6B"/>
                </a:solidFill>
                <a:latin typeface="Trebuchet MS"/>
                <a:cs typeface="Trebuchet MS"/>
              </a:rPr>
              <a:t>Paid</a:t>
            </a:r>
            <a:r>
              <a:rPr sz="1800" b="1" spc="-65" dirty="0">
                <a:solidFill>
                  <a:srgbClr val="ED2C6B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ED2C6B"/>
                </a:solidFill>
                <a:latin typeface="Trebuchet MS"/>
                <a:cs typeface="Trebuchet MS"/>
              </a:rPr>
              <a:t>Conversion </a:t>
            </a:r>
            <a:r>
              <a:rPr sz="1800" b="1" spc="-20" dirty="0">
                <a:solidFill>
                  <a:srgbClr val="ED2C6B"/>
                </a:solidFill>
                <a:latin typeface="Trebuchet MS"/>
                <a:cs typeface="Trebuchet MS"/>
              </a:rPr>
              <a:t>Rate</a:t>
            </a:r>
            <a:endParaRPr sz="1800">
              <a:latin typeface="Trebuchet MS"/>
              <a:cs typeface="Trebuchet MS"/>
            </a:endParaRPr>
          </a:p>
          <a:p>
            <a:pPr marL="227965">
              <a:lnSpc>
                <a:spcPct val="100000"/>
              </a:lnSpc>
              <a:spcBef>
                <a:spcPts val="5"/>
              </a:spcBef>
            </a:pPr>
            <a:r>
              <a:rPr sz="1800" spc="-720" dirty="0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85" dirty="0">
                <a:solidFill>
                  <a:srgbClr val="FFFFFF"/>
                </a:solidFill>
                <a:latin typeface="Tahoma"/>
                <a:cs typeface="Tahoma"/>
              </a:rPr>
              <a:t>%</a:t>
            </a:r>
            <a:r>
              <a:rPr sz="18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users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upgrading</a:t>
            </a:r>
            <a:r>
              <a:rPr sz="18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after</a:t>
            </a:r>
            <a:endParaRPr sz="1800">
              <a:latin typeface="Tahoma"/>
              <a:cs typeface="Tahoma"/>
            </a:endParaRPr>
          </a:p>
          <a:p>
            <a:pPr marL="227965">
              <a:lnSpc>
                <a:spcPct val="100000"/>
              </a:lnSpc>
            </a:pPr>
            <a:r>
              <a:rPr sz="1800" spc="-55" dirty="0">
                <a:solidFill>
                  <a:srgbClr val="FFFFFF"/>
                </a:solidFill>
                <a:latin typeface="Tahoma"/>
                <a:cs typeface="Tahoma"/>
              </a:rPr>
              <a:t>trying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Tahoma"/>
                <a:cs typeface="Tahoma"/>
              </a:rPr>
              <a:t>free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Grid</a:t>
            </a:r>
            <a:r>
              <a:rPr sz="18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sessions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6545" y="2848813"/>
            <a:ext cx="2952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80" dirty="0">
                <a:latin typeface="Trebuchet MS"/>
                <a:cs typeface="Trebuchet MS"/>
              </a:rPr>
              <a:t>THANKYOU</a:t>
            </a:r>
            <a:endParaRPr sz="4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87"/>
            <a:ext cx="12201525" cy="6852920"/>
            <a:chOff x="0" y="5587"/>
            <a:chExt cx="12201525" cy="6852920"/>
          </a:xfrm>
        </p:grpSpPr>
        <p:sp>
          <p:nvSpPr>
            <p:cNvPr id="4" name="object 4"/>
            <p:cNvSpPr/>
            <p:nvPr/>
          </p:nvSpPr>
          <p:spPr>
            <a:xfrm>
              <a:off x="6234214" y="1431302"/>
              <a:ext cx="4007485" cy="4000500"/>
            </a:xfrm>
            <a:custGeom>
              <a:avLst/>
              <a:gdLst/>
              <a:ahLst/>
              <a:cxnLst/>
              <a:rect l="l" t="t" r="r" b="b"/>
              <a:pathLst>
                <a:path w="4007484" h="4000500">
                  <a:moveTo>
                    <a:pt x="2671534" y="1516278"/>
                  </a:moveTo>
                  <a:lnTo>
                    <a:pt x="2664637" y="1453654"/>
                  </a:lnTo>
                  <a:lnTo>
                    <a:pt x="2648445" y="1391805"/>
                  </a:lnTo>
                  <a:lnTo>
                    <a:pt x="2623731" y="1331798"/>
                  </a:lnTo>
                  <a:lnTo>
                    <a:pt x="2591257" y="1274660"/>
                  </a:lnTo>
                  <a:lnTo>
                    <a:pt x="2551798" y="1221447"/>
                  </a:lnTo>
                  <a:lnTo>
                    <a:pt x="2506129" y="1173213"/>
                  </a:lnTo>
                  <a:lnTo>
                    <a:pt x="2455011" y="1131011"/>
                  </a:lnTo>
                  <a:lnTo>
                    <a:pt x="2399220" y="1095857"/>
                  </a:lnTo>
                  <a:lnTo>
                    <a:pt x="2339530" y="1068832"/>
                  </a:lnTo>
                  <a:lnTo>
                    <a:pt x="2276716" y="1050975"/>
                  </a:lnTo>
                  <a:lnTo>
                    <a:pt x="2211540" y="1043317"/>
                  </a:lnTo>
                  <a:lnTo>
                    <a:pt x="2144776" y="1046924"/>
                  </a:lnTo>
                  <a:lnTo>
                    <a:pt x="2077186" y="1062837"/>
                  </a:lnTo>
                  <a:lnTo>
                    <a:pt x="2009559" y="1092111"/>
                  </a:lnTo>
                  <a:lnTo>
                    <a:pt x="1942668" y="1135773"/>
                  </a:lnTo>
                  <a:lnTo>
                    <a:pt x="1877263" y="1194892"/>
                  </a:lnTo>
                  <a:lnTo>
                    <a:pt x="1814131" y="1270508"/>
                  </a:lnTo>
                  <a:lnTo>
                    <a:pt x="1754035" y="1363675"/>
                  </a:lnTo>
                  <a:lnTo>
                    <a:pt x="1725358" y="1417154"/>
                  </a:lnTo>
                  <a:lnTo>
                    <a:pt x="1666481" y="1313853"/>
                  </a:lnTo>
                  <a:lnTo>
                    <a:pt x="1604111" y="1229004"/>
                  </a:lnTo>
                  <a:lnTo>
                    <a:pt x="1539049" y="1161503"/>
                  </a:lnTo>
                  <a:lnTo>
                    <a:pt x="1472069" y="1110297"/>
                  </a:lnTo>
                  <a:lnTo>
                    <a:pt x="1403985" y="1074280"/>
                  </a:lnTo>
                  <a:lnTo>
                    <a:pt x="1335595" y="1052385"/>
                  </a:lnTo>
                  <a:lnTo>
                    <a:pt x="1267688" y="1043520"/>
                  </a:lnTo>
                  <a:lnTo>
                    <a:pt x="1201051" y="1046607"/>
                  </a:lnTo>
                  <a:lnTo>
                    <a:pt x="1136510" y="1060564"/>
                  </a:lnTo>
                  <a:lnTo>
                    <a:pt x="1074839" y="1084313"/>
                  </a:lnTo>
                  <a:lnTo>
                    <a:pt x="1016825" y="1116774"/>
                  </a:lnTo>
                  <a:lnTo>
                    <a:pt x="963295" y="1156855"/>
                  </a:lnTo>
                  <a:lnTo>
                    <a:pt x="915022" y="1203477"/>
                  </a:lnTo>
                  <a:lnTo>
                    <a:pt x="872807" y="1255560"/>
                  </a:lnTo>
                  <a:lnTo>
                    <a:pt x="837450" y="1312024"/>
                  </a:lnTo>
                  <a:lnTo>
                    <a:pt x="809752" y="1371790"/>
                  </a:lnTo>
                  <a:lnTo>
                    <a:pt x="790486" y="1433766"/>
                  </a:lnTo>
                  <a:lnTo>
                    <a:pt x="780478" y="1496885"/>
                  </a:lnTo>
                  <a:lnTo>
                    <a:pt x="779195" y="1528533"/>
                  </a:lnTo>
                  <a:lnTo>
                    <a:pt x="927036" y="1979688"/>
                  </a:lnTo>
                  <a:lnTo>
                    <a:pt x="1252283" y="2402128"/>
                  </a:lnTo>
                  <a:lnTo>
                    <a:pt x="1577517" y="2714929"/>
                  </a:lnTo>
                  <a:lnTo>
                    <a:pt x="1725358" y="2837180"/>
                  </a:lnTo>
                  <a:lnTo>
                    <a:pt x="1895665" y="2694622"/>
                  </a:lnTo>
                  <a:lnTo>
                    <a:pt x="1767840" y="2531313"/>
                  </a:lnTo>
                  <a:lnTo>
                    <a:pt x="1684528" y="2401087"/>
                  </a:lnTo>
                  <a:lnTo>
                    <a:pt x="1638046" y="2311895"/>
                  </a:lnTo>
                  <a:lnTo>
                    <a:pt x="1600746" y="2221611"/>
                  </a:lnTo>
                  <a:lnTo>
                    <a:pt x="1574253" y="2130945"/>
                  </a:lnTo>
                  <a:lnTo>
                    <a:pt x="1560220" y="2040597"/>
                  </a:lnTo>
                  <a:lnTo>
                    <a:pt x="1558391" y="1995741"/>
                  </a:lnTo>
                  <a:lnTo>
                    <a:pt x="1561820" y="1947481"/>
                  </a:lnTo>
                  <a:lnTo>
                    <a:pt x="1569720" y="1900072"/>
                  </a:lnTo>
                  <a:lnTo>
                    <a:pt x="1581975" y="1853819"/>
                  </a:lnTo>
                  <a:lnTo>
                    <a:pt x="1598460" y="1808988"/>
                  </a:lnTo>
                  <a:lnTo>
                    <a:pt x="1619059" y="1765884"/>
                  </a:lnTo>
                  <a:lnTo>
                    <a:pt x="1643621" y="1724825"/>
                  </a:lnTo>
                  <a:lnTo>
                    <a:pt x="1672056" y="1686064"/>
                  </a:lnTo>
                  <a:lnTo>
                    <a:pt x="1739531" y="1614970"/>
                  </a:lnTo>
                  <a:lnTo>
                    <a:pt x="1777898" y="1584007"/>
                  </a:lnTo>
                  <a:lnTo>
                    <a:pt x="1818982" y="1557185"/>
                  </a:lnTo>
                  <a:lnTo>
                    <a:pt x="1862429" y="1534655"/>
                  </a:lnTo>
                  <a:lnTo>
                    <a:pt x="1907921" y="1516583"/>
                  </a:lnTo>
                  <a:lnTo>
                    <a:pt x="1955101" y="1503121"/>
                  </a:lnTo>
                  <a:lnTo>
                    <a:pt x="2003640" y="1494434"/>
                  </a:lnTo>
                  <a:lnTo>
                    <a:pt x="2053183" y="1490662"/>
                  </a:lnTo>
                  <a:lnTo>
                    <a:pt x="2121547" y="1496453"/>
                  </a:lnTo>
                  <a:lnTo>
                    <a:pt x="2161260" y="1505115"/>
                  </a:lnTo>
                  <a:lnTo>
                    <a:pt x="2203793" y="1518881"/>
                  </a:lnTo>
                  <a:lnTo>
                    <a:pt x="2248522" y="1538693"/>
                  </a:lnTo>
                  <a:lnTo>
                    <a:pt x="2294813" y="1565490"/>
                  </a:lnTo>
                  <a:lnTo>
                    <a:pt x="2342019" y="1600225"/>
                  </a:lnTo>
                  <a:lnTo>
                    <a:pt x="2389517" y="1643837"/>
                  </a:lnTo>
                  <a:lnTo>
                    <a:pt x="2436660" y="1697266"/>
                  </a:lnTo>
                  <a:lnTo>
                    <a:pt x="2468346" y="1658277"/>
                  </a:lnTo>
                  <a:lnTo>
                    <a:pt x="2503347" y="1622564"/>
                  </a:lnTo>
                  <a:lnTo>
                    <a:pt x="2541435" y="1590306"/>
                  </a:lnTo>
                  <a:lnTo>
                    <a:pt x="2582316" y="1561719"/>
                  </a:lnTo>
                  <a:lnTo>
                    <a:pt x="2625775" y="1536979"/>
                  </a:lnTo>
                  <a:lnTo>
                    <a:pt x="2671534" y="1516278"/>
                  </a:lnTo>
                  <a:close/>
                </a:path>
                <a:path w="4007484" h="4000500">
                  <a:moveTo>
                    <a:pt x="3203054" y="1995741"/>
                  </a:moveTo>
                  <a:lnTo>
                    <a:pt x="3196818" y="1932051"/>
                  </a:lnTo>
                  <a:lnTo>
                    <a:pt x="3178924" y="1869478"/>
                  </a:lnTo>
                  <a:lnTo>
                    <a:pt x="3150590" y="1809661"/>
                  </a:lnTo>
                  <a:lnTo>
                    <a:pt x="3113024" y="1754238"/>
                  </a:lnTo>
                  <a:lnTo>
                    <a:pt x="3067431" y="1704848"/>
                  </a:lnTo>
                  <a:lnTo>
                    <a:pt x="3015030" y="1663141"/>
                  </a:lnTo>
                  <a:lnTo>
                    <a:pt x="2957017" y="1630730"/>
                  </a:lnTo>
                  <a:lnTo>
                    <a:pt x="2894622" y="1609280"/>
                  </a:lnTo>
                  <a:lnTo>
                    <a:pt x="2829052" y="1600415"/>
                  </a:lnTo>
                  <a:lnTo>
                    <a:pt x="2795447" y="1601216"/>
                  </a:lnTo>
                  <a:lnTo>
                    <a:pt x="2727375" y="1614297"/>
                  </a:lnTo>
                  <a:lnTo>
                    <a:pt x="2659151" y="1644065"/>
                  </a:lnTo>
                  <a:lnTo>
                    <a:pt x="2625356" y="1665719"/>
                  </a:lnTo>
                  <a:lnTo>
                    <a:pt x="2591981" y="1692160"/>
                  </a:lnTo>
                  <a:lnTo>
                    <a:pt x="2559177" y="1723593"/>
                  </a:lnTo>
                  <a:lnTo>
                    <a:pt x="2527096" y="1760220"/>
                  </a:lnTo>
                  <a:lnTo>
                    <a:pt x="2495867" y="1802244"/>
                  </a:lnTo>
                  <a:lnTo>
                    <a:pt x="2465679" y="1849869"/>
                  </a:lnTo>
                  <a:lnTo>
                    <a:pt x="2436660" y="1903310"/>
                  </a:lnTo>
                  <a:lnTo>
                    <a:pt x="2407577" y="1849869"/>
                  </a:lnTo>
                  <a:lnTo>
                    <a:pt x="2377338" y="1802244"/>
                  </a:lnTo>
                  <a:lnTo>
                    <a:pt x="2346071" y="1760220"/>
                  </a:lnTo>
                  <a:lnTo>
                    <a:pt x="2313940" y="1723593"/>
                  </a:lnTo>
                  <a:lnTo>
                    <a:pt x="2281097" y="1692160"/>
                  </a:lnTo>
                  <a:lnTo>
                    <a:pt x="2247684" y="1665719"/>
                  </a:lnTo>
                  <a:lnTo>
                    <a:pt x="2213851" y="1644065"/>
                  </a:lnTo>
                  <a:lnTo>
                    <a:pt x="2179764" y="1626997"/>
                  </a:lnTo>
                  <a:lnTo>
                    <a:pt x="2111413" y="1605775"/>
                  </a:lnTo>
                  <a:lnTo>
                    <a:pt x="2043823" y="1600415"/>
                  </a:lnTo>
                  <a:lnTo>
                    <a:pt x="2010702" y="1603171"/>
                  </a:lnTo>
                  <a:lnTo>
                    <a:pt x="1946529" y="1618538"/>
                  </a:lnTo>
                  <a:lnTo>
                    <a:pt x="1886153" y="1645666"/>
                  </a:lnTo>
                  <a:lnTo>
                    <a:pt x="1830781" y="1682927"/>
                  </a:lnTo>
                  <a:lnTo>
                    <a:pt x="1781619" y="1728685"/>
                  </a:lnTo>
                  <a:lnTo>
                    <a:pt x="1739874" y="1781302"/>
                  </a:lnTo>
                  <a:lnTo>
                    <a:pt x="1706765" y="1839125"/>
                  </a:lnTo>
                  <a:lnTo>
                    <a:pt x="1683499" y="1900529"/>
                  </a:lnTo>
                  <a:lnTo>
                    <a:pt x="1671281" y="1963864"/>
                  </a:lnTo>
                  <a:lnTo>
                    <a:pt x="1669707" y="1995741"/>
                  </a:lnTo>
                  <a:lnTo>
                    <a:pt x="1789544" y="2360993"/>
                  </a:lnTo>
                  <a:lnTo>
                    <a:pt x="2053183" y="2702496"/>
                  </a:lnTo>
                  <a:lnTo>
                    <a:pt x="2316823" y="2955125"/>
                  </a:lnTo>
                  <a:lnTo>
                    <a:pt x="2436660" y="3053804"/>
                  </a:lnTo>
                  <a:lnTo>
                    <a:pt x="2556408" y="2954820"/>
                  </a:lnTo>
                  <a:lnTo>
                    <a:pt x="2819857" y="2701658"/>
                  </a:lnTo>
                  <a:lnTo>
                    <a:pt x="3083306" y="2360053"/>
                  </a:lnTo>
                  <a:lnTo>
                    <a:pt x="3203054" y="1995741"/>
                  </a:lnTo>
                  <a:close/>
                </a:path>
                <a:path w="4007484" h="4000500">
                  <a:moveTo>
                    <a:pt x="4007294" y="0"/>
                  </a:moveTo>
                  <a:lnTo>
                    <a:pt x="3562032" y="0"/>
                  </a:lnTo>
                  <a:lnTo>
                    <a:pt x="3562032" y="444500"/>
                  </a:lnTo>
                  <a:lnTo>
                    <a:pt x="3562032" y="3556000"/>
                  </a:lnTo>
                  <a:lnTo>
                    <a:pt x="445249" y="3556000"/>
                  </a:lnTo>
                  <a:lnTo>
                    <a:pt x="445249" y="444500"/>
                  </a:lnTo>
                  <a:lnTo>
                    <a:pt x="3562032" y="444500"/>
                  </a:lnTo>
                  <a:lnTo>
                    <a:pt x="3562032" y="0"/>
                  </a:lnTo>
                  <a:lnTo>
                    <a:pt x="3557511" y="38100"/>
                  </a:lnTo>
                  <a:lnTo>
                    <a:pt x="3544544" y="88900"/>
                  </a:lnTo>
                  <a:lnTo>
                    <a:pt x="3524021" y="127000"/>
                  </a:lnTo>
                  <a:lnTo>
                    <a:pt x="3463887" y="177800"/>
                  </a:lnTo>
                  <a:lnTo>
                    <a:pt x="3426066" y="203200"/>
                  </a:lnTo>
                  <a:lnTo>
                    <a:pt x="3384283" y="215900"/>
                  </a:lnTo>
                  <a:lnTo>
                    <a:pt x="3294545" y="215900"/>
                  </a:lnTo>
                  <a:lnTo>
                    <a:pt x="3252749" y="203200"/>
                  </a:lnTo>
                  <a:lnTo>
                    <a:pt x="3214941" y="177800"/>
                  </a:lnTo>
                  <a:lnTo>
                    <a:pt x="3181985" y="152400"/>
                  </a:lnTo>
                  <a:lnTo>
                    <a:pt x="3134283" y="88900"/>
                  </a:lnTo>
                  <a:lnTo>
                    <a:pt x="3121304" y="38100"/>
                  </a:lnTo>
                  <a:lnTo>
                    <a:pt x="3116783" y="0"/>
                  </a:lnTo>
                  <a:lnTo>
                    <a:pt x="2894152" y="0"/>
                  </a:lnTo>
                  <a:lnTo>
                    <a:pt x="2889631" y="38100"/>
                  </a:lnTo>
                  <a:lnTo>
                    <a:pt x="2876664" y="88900"/>
                  </a:lnTo>
                  <a:lnTo>
                    <a:pt x="2856128" y="127000"/>
                  </a:lnTo>
                  <a:lnTo>
                    <a:pt x="2796006" y="177800"/>
                  </a:lnTo>
                  <a:lnTo>
                    <a:pt x="2758186" y="203200"/>
                  </a:lnTo>
                  <a:lnTo>
                    <a:pt x="2716390" y="215900"/>
                  </a:lnTo>
                  <a:lnTo>
                    <a:pt x="2626664" y="215900"/>
                  </a:lnTo>
                  <a:lnTo>
                    <a:pt x="2584869" y="203200"/>
                  </a:lnTo>
                  <a:lnTo>
                    <a:pt x="2547048" y="177800"/>
                  </a:lnTo>
                  <a:lnTo>
                    <a:pt x="2514104" y="152400"/>
                  </a:lnTo>
                  <a:lnTo>
                    <a:pt x="2466390" y="88900"/>
                  </a:lnTo>
                  <a:lnTo>
                    <a:pt x="2453424" y="38100"/>
                  </a:lnTo>
                  <a:lnTo>
                    <a:pt x="2448903" y="0"/>
                  </a:lnTo>
                  <a:lnTo>
                    <a:pt x="2226272" y="0"/>
                  </a:lnTo>
                  <a:lnTo>
                    <a:pt x="2221750" y="38100"/>
                  </a:lnTo>
                  <a:lnTo>
                    <a:pt x="2208784" y="88900"/>
                  </a:lnTo>
                  <a:lnTo>
                    <a:pt x="2188248" y="127000"/>
                  </a:lnTo>
                  <a:lnTo>
                    <a:pt x="2128113" y="177800"/>
                  </a:lnTo>
                  <a:lnTo>
                    <a:pt x="2090305" y="203200"/>
                  </a:lnTo>
                  <a:lnTo>
                    <a:pt x="2048510" y="215900"/>
                  </a:lnTo>
                  <a:lnTo>
                    <a:pt x="1958771" y="215900"/>
                  </a:lnTo>
                  <a:lnTo>
                    <a:pt x="1916988" y="203200"/>
                  </a:lnTo>
                  <a:lnTo>
                    <a:pt x="1879168" y="177800"/>
                  </a:lnTo>
                  <a:lnTo>
                    <a:pt x="1846224" y="152400"/>
                  </a:lnTo>
                  <a:lnTo>
                    <a:pt x="1798510" y="88900"/>
                  </a:lnTo>
                  <a:lnTo>
                    <a:pt x="1785543" y="38100"/>
                  </a:lnTo>
                  <a:lnTo>
                    <a:pt x="1781022" y="0"/>
                  </a:lnTo>
                  <a:lnTo>
                    <a:pt x="1558391" y="0"/>
                  </a:lnTo>
                  <a:lnTo>
                    <a:pt x="1553870" y="38100"/>
                  </a:lnTo>
                  <a:lnTo>
                    <a:pt x="1540891" y="88900"/>
                  </a:lnTo>
                  <a:lnTo>
                    <a:pt x="1520367" y="127000"/>
                  </a:lnTo>
                  <a:lnTo>
                    <a:pt x="1460233" y="177800"/>
                  </a:lnTo>
                  <a:lnTo>
                    <a:pt x="1422425" y="203200"/>
                  </a:lnTo>
                  <a:lnTo>
                    <a:pt x="1380629" y="215900"/>
                  </a:lnTo>
                  <a:lnTo>
                    <a:pt x="1290891" y="215900"/>
                  </a:lnTo>
                  <a:lnTo>
                    <a:pt x="1249108" y="203200"/>
                  </a:lnTo>
                  <a:lnTo>
                    <a:pt x="1211287" y="177800"/>
                  </a:lnTo>
                  <a:lnTo>
                    <a:pt x="1178344" y="152400"/>
                  </a:lnTo>
                  <a:lnTo>
                    <a:pt x="1130630" y="88900"/>
                  </a:lnTo>
                  <a:lnTo>
                    <a:pt x="1117663" y="38100"/>
                  </a:lnTo>
                  <a:lnTo>
                    <a:pt x="1113129" y="0"/>
                  </a:lnTo>
                  <a:lnTo>
                    <a:pt x="890511" y="0"/>
                  </a:lnTo>
                  <a:lnTo>
                    <a:pt x="885990" y="38100"/>
                  </a:lnTo>
                  <a:lnTo>
                    <a:pt x="873010" y="88900"/>
                  </a:lnTo>
                  <a:lnTo>
                    <a:pt x="852487" y="127000"/>
                  </a:lnTo>
                  <a:lnTo>
                    <a:pt x="792353" y="177800"/>
                  </a:lnTo>
                  <a:lnTo>
                    <a:pt x="754532" y="203200"/>
                  </a:lnTo>
                  <a:lnTo>
                    <a:pt x="712749" y="215900"/>
                  </a:lnTo>
                  <a:lnTo>
                    <a:pt x="623011" y="215900"/>
                  </a:lnTo>
                  <a:lnTo>
                    <a:pt x="581228" y="203200"/>
                  </a:lnTo>
                  <a:lnTo>
                    <a:pt x="543407" y="177800"/>
                  </a:lnTo>
                  <a:lnTo>
                    <a:pt x="510463" y="152400"/>
                  </a:lnTo>
                  <a:lnTo>
                    <a:pt x="462749" y="88900"/>
                  </a:lnTo>
                  <a:lnTo>
                    <a:pt x="449770" y="38100"/>
                  </a:lnTo>
                  <a:lnTo>
                    <a:pt x="445249" y="0"/>
                  </a:lnTo>
                  <a:lnTo>
                    <a:pt x="0" y="0"/>
                  </a:lnTo>
                  <a:lnTo>
                    <a:pt x="0" y="444500"/>
                  </a:lnTo>
                  <a:lnTo>
                    <a:pt x="44869" y="444500"/>
                  </a:lnTo>
                  <a:lnTo>
                    <a:pt x="86652" y="457200"/>
                  </a:lnTo>
                  <a:lnTo>
                    <a:pt x="124472" y="482600"/>
                  </a:lnTo>
                  <a:lnTo>
                    <a:pt x="157416" y="508000"/>
                  </a:lnTo>
                  <a:lnTo>
                    <a:pt x="184607" y="546100"/>
                  </a:lnTo>
                  <a:lnTo>
                    <a:pt x="205130" y="584200"/>
                  </a:lnTo>
                  <a:lnTo>
                    <a:pt x="218097" y="622300"/>
                  </a:lnTo>
                  <a:lnTo>
                    <a:pt x="222631" y="660400"/>
                  </a:lnTo>
                  <a:lnTo>
                    <a:pt x="218097" y="711200"/>
                  </a:lnTo>
                  <a:lnTo>
                    <a:pt x="205130" y="749300"/>
                  </a:lnTo>
                  <a:lnTo>
                    <a:pt x="184607" y="787400"/>
                  </a:lnTo>
                  <a:lnTo>
                    <a:pt x="157416" y="825500"/>
                  </a:lnTo>
                  <a:lnTo>
                    <a:pt x="124472" y="850900"/>
                  </a:lnTo>
                  <a:lnTo>
                    <a:pt x="86652" y="876300"/>
                  </a:lnTo>
                  <a:lnTo>
                    <a:pt x="44869" y="889000"/>
                  </a:lnTo>
                  <a:lnTo>
                    <a:pt x="0" y="889000"/>
                  </a:lnTo>
                  <a:lnTo>
                    <a:pt x="0" y="1104900"/>
                  </a:lnTo>
                  <a:lnTo>
                    <a:pt x="44869" y="1117600"/>
                  </a:lnTo>
                  <a:lnTo>
                    <a:pt x="86652" y="1130300"/>
                  </a:lnTo>
                  <a:lnTo>
                    <a:pt x="124472" y="1143000"/>
                  </a:lnTo>
                  <a:lnTo>
                    <a:pt x="157416" y="1181100"/>
                  </a:lnTo>
                  <a:lnTo>
                    <a:pt x="184607" y="1206500"/>
                  </a:lnTo>
                  <a:lnTo>
                    <a:pt x="205130" y="1244600"/>
                  </a:lnTo>
                  <a:lnTo>
                    <a:pt x="218097" y="1282700"/>
                  </a:lnTo>
                  <a:lnTo>
                    <a:pt x="222631" y="1333500"/>
                  </a:lnTo>
                  <a:lnTo>
                    <a:pt x="218097" y="1384300"/>
                  </a:lnTo>
                  <a:lnTo>
                    <a:pt x="205130" y="1422400"/>
                  </a:lnTo>
                  <a:lnTo>
                    <a:pt x="184607" y="1460500"/>
                  </a:lnTo>
                  <a:lnTo>
                    <a:pt x="157416" y="1485900"/>
                  </a:lnTo>
                  <a:lnTo>
                    <a:pt x="124472" y="1524000"/>
                  </a:lnTo>
                  <a:lnTo>
                    <a:pt x="86652" y="1536700"/>
                  </a:lnTo>
                  <a:lnTo>
                    <a:pt x="44869" y="1549400"/>
                  </a:lnTo>
                  <a:lnTo>
                    <a:pt x="0" y="1562100"/>
                  </a:lnTo>
                  <a:lnTo>
                    <a:pt x="0" y="1778000"/>
                  </a:lnTo>
                  <a:lnTo>
                    <a:pt x="44869" y="1778000"/>
                  </a:lnTo>
                  <a:lnTo>
                    <a:pt x="86652" y="1790700"/>
                  </a:lnTo>
                  <a:lnTo>
                    <a:pt x="124472" y="1816100"/>
                  </a:lnTo>
                  <a:lnTo>
                    <a:pt x="157416" y="1841500"/>
                  </a:lnTo>
                  <a:lnTo>
                    <a:pt x="184607" y="1879600"/>
                  </a:lnTo>
                  <a:lnTo>
                    <a:pt x="205130" y="1917700"/>
                  </a:lnTo>
                  <a:lnTo>
                    <a:pt x="218097" y="1955800"/>
                  </a:lnTo>
                  <a:lnTo>
                    <a:pt x="222631" y="2006600"/>
                  </a:lnTo>
                  <a:lnTo>
                    <a:pt x="218097" y="2044700"/>
                  </a:lnTo>
                  <a:lnTo>
                    <a:pt x="205130" y="2082800"/>
                  </a:lnTo>
                  <a:lnTo>
                    <a:pt x="184607" y="2120900"/>
                  </a:lnTo>
                  <a:lnTo>
                    <a:pt x="157416" y="2159000"/>
                  </a:lnTo>
                  <a:lnTo>
                    <a:pt x="124472" y="2184400"/>
                  </a:lnTo>
                  <a:lnTo>
                    <a:pt x="86652" y="2209800"/>
                  </a:lnTo>
                  <a:lnTo>
                    <a:pt x="44869" y="2222500"/>
                  </a:lnTo>
                  <a:lnTo>
                    <a:pt x="0" y="2222500"/>
                  </a:lnTo>
                  <a:lnTo>
                    <a:pt x="0" y="2451100"/>
                  </a:lnTo>
                  <a:lnTo>
                    <a:pt x="44869" y="2451100"/>
                  </a:lnTo>
                  <a:lnTo>
                    <a:pt x="86652" y="2463800"/>
                  </a:lnTo>
                  <a:lnTo>
                    <a:pt x="124472" y="2489200"/>
                  </a:lnTo>
                  <a:lnTo>
                    <a:pt x="157416" y="2514600"/>
                  </a:lnTo>
                  <a:lnTo>
                    <a:pt x="205130" y="2578100"/>
                  </a:lnTo>
                  <a:lnTo>
                    <a:pt x="218097" y="2628900"/>
                  </a:lnTo>
                  <a:lnTo>
                    <a:pt x="222631" y="2667000"/>
                  </a:lnTo>
                  <a:lnTo>
                    <a:pt x="218097" y="2717800"/>
                  </a:lnTo>
                  <a:lnTo>
                    <a:pt x="205130" y="2755900"/>
                  </a:lnTo>
                  <a:lnTo>
                    <a:pt x="184607" y="2794000"/>
                  </a:lnTo>
                  <a:lnTo>
                    <a:pt x="157416" y="2832100"/>
                  </a:lnTo>
                  <a:lnTo>
                    <a:pt x="124472" y="2857500"/>
                  </a:lnTo>
                  <a:lnTo>
                    <a:pt x="86652" y="2870200"/>
                  </a:lnTo>
                  <a:lnTo>
                    <a:pt x="44869" y="2882900"/>
                  </a:lnTo>
                  <a:lnTo>
                    <a:pt x="0" y="2895600"/>
                  </a:lnTo>
                  <a:lnTo>
                    <a:pt x="0" y="3111500"/>
                  </a:lnTo>
                  <a:lnTo>
                    <a:pt x="44869" y="3124200"/>
                  </a:lnTo>
                  <a:lnTo>
                    <a:pt x="86652" y="3136900"/>
                  </a:lnTo>
                  <a:lnTo>
                    <a:pt x="124472" y="3149600"/>
                  </a:lnTo>
                  <a:lnTo>
                    <a:pt x="157416" y="3175000"/>
                  </a:lnTo>
                  <a:lnTo>
                    <a:pt x="184607" y="3213100"/>
                  </a:lnTo>
                  <a:lnTo>
                    <a:pt x="205130" y="3251200"/>
                  </a:lnTo>
                  <a:lnTo>
                    <a:pt x="218097" y="3289300"/>
                  </a:lnTo>
                  <a:lnTo>
                    <a:pt x="222631" y="3340100"/>
                  </a:lnTo>
                  <a:lnTo>
                    <a:pt x="218097" y="3378200"/>
                  </a:lnTo>
                  <a:lnTo>
                    <a:pt x="205130" y="3429000"/>
                  </a:lnTo>
                  <a:lnTo>
                    <a:pt x="184607" y="3467100"/>
                  </a:lnTo>
                  <a:lnTo>
                    <a:pt x="124472" y="3517900"/>
                  </a:lnTo>
                  <a:lnTo>
                    <a:pt x="86652" y="3543300"/>
                  </a:lnTo>
                  <a:lnTo>
                    <a:pt x="44869" y="3556000"/>
                  </a:lnTo>
                  <a:lnTo>
                    <a:pt x="0" y="3556000"/>
                  </a:lnTo>
                  <a:lnTo>
                    <a:pt x="0" y="4000500"/>
                  </a:lnTo>
                  <a:lnTo>
                    <a:pt x="445249" y="4000500"/>
                  </a:lnTo>
                  <a:lnTo>
                    <a:pt x="449770" y="3962400"/>
                  </a:lnTo>
                  <a:lnTo>
                    <a:pt x="462749" y="3924300"/>
                  </a:lnTo>
                  <a:lnTo>
                    <a:pt x="483273" y="3886200"/>
                  </a:lnTo>
                  <a:lnTo>
                    <a:pt x="510463" y="3848100"/>
                  </a:lnTo>
                  <a:lnTo>
                    <a:pt x="543407" y="3822700"/>
                  </a:lnTo>
                  <a:lnTo>
                    <a:pt x="581228" y="3797300"/>
                  </a:lnTo>
                  <a:lnTo>
                    <a:pt x="623011" y="3784600"/>
                  </a:lnTo>
                  <a:lnTo>
                    <a:pt x="712749" y="3784600"/>
                  </a:lnTo>
                  <a:lnTo>
                    <a:pt x="754532" y="3797300"/>
                  </a:lnTo>
                  <a:lnTo>
                    <a:pt x="792353" y="3822700"/>
                  </a:lnTo>
                  <a:lnTo>
                    <a:pt x="825296" y="3848100"/>
                  </a:lnTo>
                  <a:lnTo>
                    <a:pt x="852487" y="3886200"/>
                  </a:lnTo>
                  <a:lnTo>
                    <a:pt x="873010" y="3924300"/>
                  </a:lnTo>
                  <a:lnTo>
                    <a:pt x="885990" y="3962400"/>
                  </a:lnTo>
                  <a:lnTo>
                    <a:pt x="890511" y="4000500"/>
                  </a:lnTo>
                  <a:lnTo>
                    <a:pt x="1113129" y="4000500"/>
                  </a:lnTo>
                  <a:lnTo>
                    <a:pt x="1117663" y="3962400"/>
                  </a:lnTo>
                  <a:lnTo>
                    <a:pt x="1130630" y="3924300"/>
                  </a:lnTo>
                  <a:lnTo>
                    <a:pt x="1151153" y="3886200"/>
                  </a:lnTo>
                  <a:lnTo>
                    <a:pt x="1178344" y="3848100"/>
                  </a:lnTo>
                  <a:lnTo>
                    <a:pt x="1211287" y="3822700"/>
                  </a:lnTo>
                  <a:lnTo>
                    <a:pt x="1249108" y="3797300"/>
                  </a:lnTo>
                  <a:lnTo>
                    <a:pt x="1290891" y="3784600"/>
                  </a:lnTo>
                  <a:lnTo>
                    <a:pt x="1380629" y="3784600"/>
                  </a:lnTo>
                  <a:lnTo>
                    <a:pt x="1422425" y="3797300"/>
                  </a:lnTo>
                  <a:lnTo>
                    <a:pt x="1460233" y="3822700"/>
                  </a:lnTo>
                  <a:lnTo>
                    <a:pt x="1493189" y="3848100"/>
                  </a:lnTo>
                  <a:lnTo>
                    <a:pt x="1520367" y="3886200"/>
                  </a:lnTo>
                  <a:lnTo>
                    <a:pt x="1540891" y="3924300"/>
                  </a:lnTo>
                  <a:lnTo>
                    <a:pt x="1553870" y="3962400"/>
                  </a:lnTo>
                  <a:lnTo>
                    <a:pt x="1558391" y="4000500"/>
                  </a:lnTo>
                  <a:lnTo>
                    <a:pt x="1781022" y="4000500"/>
                  </a:lnTo>
                  <a:lnTo>
                    <a:pt x="1785543" y="3962400"/>
                  </a:lnTo>
                  <a:lnTo>
                    <a:pt x="1798510" y="3924300"/>
                  </a:lnTo>
                  <a:lnTo>
                    <a:pt x="1819033" y="3886200"/>
                  </a:lnTo>
                  <a:lnTo>
                    <a:pt x="1846224" y="3848100"/>
                  </a:lnTo>
                  <a:lnTo>
                    <a:pt x="1879168" y="3822700"/>
                  </a:lnTo>
                  <a:lnTo>
                    <a:pt x="1916988" y="3797300"/>
                  </a:lnTo>
                  <a:lnTo>
                    <a:pt x="1958771" y="3784600"/>
                  </a:lnTo>
                  <a:lnTo>
                    <a:pt x="2048510" y="3784600"/>
                  </a:lnTo>
                  <a:lnTo>
                    <a:pt x="2090305" y="3797300"/>
                  </a:lnTo>
                  <a:lnTo>
                    <a:pt x="2128113" y="3822700"/>
                  </a:lnTo>
                  <a:lnTo>
                    <a:pt x="2161070" y="3848100"/>
                  </a:lnTo>
                  <a:lnTo>
                    <a:pt x="2188248" y="3886200"/>
                  </a:lnTo>
                  <a:lnTo>
                    <a:pt x="2208784" y="3924300"/>
                  </a:lnTo>
                  <a:lnTo>
                    <a:pt x="2221750" y="3962400"/>
                  </a:lnTo>
                  <a:lnTo>
                    <a:pt x="2226272" y="4000500"/>
                  </a:lnTo>
                  <a:lnTo>
                    <a:pt x="2448903" y="4000500"/>
                  </a:lnTo>
                  <a:lnTo>
                    <a:pt x="2453424" y="3962400"/>
                  </a:lnTo>
                  <a:lnTo>
                    <a:pt x="2466390" y="3924300"/>
                  </a:lnTo>
                  <a:lnTo>
                    <a:pt x="2486926" y="3886200"/>
                  </a:lnTo>
                  <a:lnTo>
                    <a:pt x="2514104" y="3848100"/>
                  </a:lnTo>
                  <a:lnTo>
                    <a:pt x="2547048" y="3822700"/>
                  </a:lnTo>
                  <a:lnTo>
                    <a:pt x="2584869" y="3797300"/>
                  </a:lnTo>
                  <a:lnTo>
                    <a:pt x="2626664" y="3784600"/>
                  </a:lnTo>
                  <a:lnTo>
                    <a:pt x="2716390" y="3784600"/>
                  </a:lnTo>
                  <a:lnTo>
                    <a:pt x="2758186" y="3797300"/>
                  </a:lnTo>
                  <a:lnTo>
                    <a:pt x="2796006" y="3822700"/>
                  </a:lnTo>
                  <a:lnTo>
                    <a:pt x="2828950" y="3848100"/>
                  </a:lnTo>
                  <a:lnTo>
                    <a:pt x="2856128" y="3886200"/>
                  </a:lnTo>
                  <a:lnTo>
                    <a:pt x="2876664" y="3924300"/>
                  </a:lnTo>
                  <a:lnTo>
                    <a:pt x="2889631" y="3962400"/>
                  </a:lnTo>
                  <a:lnTo>
                    <a:pt x="2894152" y="4000500"/>
                  </a:lnTo>
                  <a:lnTo>
                    <a:pt x="3116783" y="4000500"/>
                  </a:lnTo>
                  <a:lnTo>
                    <a:pt x="3121304" y="3962400"/>
                  </a:lnTo>
                  <a:lnTo>
                    <a:pt x="3134283" y="3924300"/>
                  </a:lnTo>
                  <a:lnTo>
                    <a:pt x="3154807" y="3886200"/>
                  </a:lnTo>
                  <a:lnTo>
                    <a:pt x="3181985" y="3848100"/>
                  </a:lnTo>
                  <a:lnTo>
                    <a:pt x="3214941" y="3822700"/>
                  </a:lnTo>
                  <a:lnTo>
                    <a:pt x="3252749" y="3797300"/>
                  </a:lnTo>
                  <a:lnTo>
                    <a:pt x="3294545" y="3784600"/>
                  </a:lnTo>
                  <a:lnTo>
                    <a:pt x="3384283" y="3784600"/>
                  </a:lnTo>
                  <a:lnTo>
                    <a:pt x="3426066" y="3797300"/>
                  </a:lnTo>
                  <a:lnTo>
                    <a:pt x="3463887" y="3822700"/>
                  </a:lnTo>
                  <a:lnTo>
                    <a:pt x="3496830" y="3848100"/>
                  </a:lnTo>
                  <a:lnTo>
                    <a:pt x="3524021" y="3886200"/>
                  </a:lnTo>
                  <a:lnTo>
                    <a:pt x="3544544" y="3924300"/>
                  </a:lnTo>
                  <a:lnTo>
                    <a:pt x="3557511" y="3962400"/>
                  </a:lnTo>
                  <a:lnTo>
                    <a:pt x="3562032" y="4000500"/>
                  </a:lnTo>
                  <a:lnTo>
                    <a:pt x="4007294" y="4000500"/>
                  </a:lnTo>
                  <a:lnTo>
                    <a:pt x="4007294" y="3784600"/>
                  </a:lnTo>
                  <a:lnTo>
                    <a:pt x="4007294" y="3556000"/>
                  </a:lnTo>
                  <a:lnTo>
                    <a:pt x="3962425" y="3556000"/>
                  </a:lnTo>
                  <a:lnTo>
                    <a:pt x="3920629" y="3543300"/>
                  </a:lnTo>
                  <a:lnTo>
                    <a:pt x="3882821" y="3517900"/>
                  </a:lnTo>
                  <a:lnTo>
                    <a:pt x="3849865" y="3492500"/>
                  </a:lnTo>
                  <a:lnTo>
                    <a:pt x="3802164" y="3429000"/>
                  </a:lnTo>
                  <a:lnTo>
                    <a:pt x="3789184" y="3378200"/>
                  </a:lnTo>
                  <a:lnTo>
                    <a:pt x="3784663" y="3340100"/>
                  </a:lnTo>
                  <a:lnTo>
                    <a:pt x="3789184" y="3289300"/>
                  </a:lnTo>
                  <a:lnTo>
                    <a:pt x="3802164" y="3251200"/>
                  </a:lnTo>
                  <a:lnTo>
                    <a:pt x="3822687" y="3213100"/>
                  </a:lnTo>
                  <a:lnTo>
                    <a:pt x="3849865" y="3175000"/>
                  </a:lnTo>
                  <a:lnTo>
                    <a:pt x="3882821" y="3149600"/>
                  </a:lnTo>
                  <a:lnTo>
                    <a:pt x="3920629" y="3136900"/>
                  </a:lnTo>
                  <a:lnTo>
                    <a:pt x="3962425" y="3124200"/>
                  </a:lnTo>
                  <a:lnTo>
                    <a:pt x="4007294" y="3111500"/>
                  </a:lnTo>
                  <a:lnTo>
                    <a:pt x="4007294" y="2895600"/>
                  </a:lnTo>
                  <a:lnTo>
                    <a:pt x="3962425" y="2882900"/>
                  </a:lnTo>
                  <a:lnTo>
                    <a:pt x="3920629" y="2870200"/>
                  </a:lnTo>
                  <a:lnTo>
                    <a:pt x="3882821" y="2857500"/>
                  </a:lnTo>
                  <a:lnTo>
                    <a:pt x="3849865" y="2832100"/>
                  </a:lnTo>
                  <a:lnTo>
                    <a:pt x="3822687" y="2794000"/>
                  </a:lnTo>
                  <a:lnTo>
                    <a:pt x="3802164" y="2755900"/>
                  </a:lnTo>
                  <a:lnTo>
                    <a:pt x="3789184" y="2717800"/>
                  </a:lnTo>
                  <a:lnTo>
                    <a:pt x="3784663" y="2667000"/>
                  </a:lnTo>
                  <a:lnTo>
                    <a:pt x="3789184" y="2628900"/>
                  </a:lnTo>
                  <a:lnTo>
                    <a:pt x="3802164" y="2578100"/>
                  </a:lnTo>
                  <a:lnTo>
                    <a:pt x="3822687" y="2540000"/>
                  </a:lnTo>
                  <a:lnTo>
                    <a:pt x="3882821" y="2489200"/>
                  </a:lnTo>
                  <a:lnTo>
                    <a:pt x="3920629" y="2463800"/>
                  </a:lnTo>
                  <a:lnTo>
                    <a:pt x="3962425" y="2451100"/>
                  </a:lnTo>
                  <a:lnTo>
                    <a:pt x="4007294" y="2451100"/>
                  </a:lnTo>
                  <a:lnTo>
                    <a:pt x="4007294" y="2222500"/>
                  </a:lnTo>
                  <a:lnTo>
                    <a:pt x="3962425" y="2222500"/>
                  </a:lnTo>
                  <a:lnTo>
                    <a:pt x="3920629" y="2209800"/>
                  </a:lnTo>
                  <a:lnTo>
                    <a:pt x="3882821" y="2184400"/>
                  </a:lnTo>
                  <a:lnTo>
                    <a:pt x="3849865" y="2159000"/>
                  </a:lnTo>
                  <a:lnTo>
                    <a:pt x="3822687" y="2120900"/>
                  </a:lnTo>
                  <a:lnTo>
                    <a:pt x="3802164" y="2082800"/>
                  </a:lnTo>
                  <a:lnTo>
                    <a:pt x="3789184" y="2044700"/>
                  </a:lnTo>
                  <a:lnTo>
                    <a:pt x="3784663" y="2006600"/>
                  </a:lnTo>
                  <a:lnTo>
                    <a:pt x="3789184" y="1955800"/>
                  </a:lnTo>
                  <a:lnTo>
                    <a:pt x="3802164" y="1917700"/>
                  </a:lnTo>
                  <a:lnTo>
                    <a:pt x="3822687" y="1879600"/>
                  </a:lnTo>
                  <a:lnTo>
                    <a:pt x="3849865" y="1841500"/>
                  </a:lnTo>
                  <a:lnTo>
                    <a:pt x="3882821" y="1816100"/>
                  </a:lnTo>
                  <a:lnTo>
                    <a:pt x="3920629" y="1790700"/>
                  </a:lnTo>
                  <a:lnTo>
                    <a:pt x="3962425" y="1778000"/>
                  </a:lnTo>
                  <a:lnTo>
                    <a:pt x="4007294" y="1778000"/>
                  </a:lnTo>
                  <a:lnTo>
                    <a:pt x="4007294" y="1562100"/>
                  </a:lnTo>
                  <a:lnTo>
                    <a:pt x="3962425" y="1549400"/>
                  </a:lnTo>
                  <a:lnTo>
                    <a:pt x="3920629" y="1536700"/>
                  </a:lnTo>
                  <a:lnTo>
                    <a:pt x="3882821" y="1524000"/>
                  </a:lnTo>
                  <a:lnTo>
                    <a:pt x="3849865" y="1485900"/>
                  </a:lnTo>
                  <a:lnTo>
                    <a:pt x="3822687" y="1460500"/>
                  </a:lnTo>
                  <a:lnTo>
                    <a:pt x="3802164" y="1422400"/>
                  </a:lnTo>
                  <a:lnTo>
                    <a:pt x="3789184" y="1384300"/>
                  </a:lnTo>
                  <a:lnTo>
                    <a:pt x="3784663" y="1333500"/>
                  </a:lnTo>
                  <a:lnTo>
                    <a:pt x="3789184" y="1282700"/>
                  </a:lnTo>
                  <a:lnTo>
                    <a:pt x="3802164" y="1244600"/>
                  </a:lnTo>
                  <a:lnTo>
                    <a:pt x="3822687" y="1206500"/>
                  </a:lnTo>
                  <a:lnTo>
                    <a:pt x="3849865" y="1181100"/>
                  </a:lnTo>
                  <a:lnTo>
                    <a:pt x="3882821" y="1143000"/>
                  </a:lnTo>
                  <a:lnTo>
                    <a:pt x="3920629" y="1130300"/>
                  </a:lnTo>
                  <a:lnTo>
                    <a:pt x="3962425" y="1117600"/>
                  </a:lnTo>
                  <a:lnTo>
                    <a:pt x="4007294" y="1104900"/>
                  </a:lnTo>
                  <a:lnTo>
                    <a:pt x="4007294" y="889000"/>
                  </a:lnTo>
                  <a:lnTo>
                    <a:pt x="3962425" y="889000"/>
                  </a:lnTo>
                  <a:lnTo>
                    <a:pt x="3920629" y="876300"/>
                  </a:lnTo>
                  <a:lnTo>
                    <a:pt x="3882821" y="850900"/>
                  </a:lnTo>
                  <a:lnTo>
                    <a:pt x="3849865" y="825500"/>
                  </a:lnTo>
                  <a:lnTo>
                    <a:pt x="3822687" y="787400"/>
                  </a:lnTo>
                  <a:lnTo>
                    <a:pt x="3802164" y="749300"/>
                  </a:lnTo>
                  <a:lnTo>
                    <a:pt x="3789184" y="711200"/>
                  </a:lnTo>
                  <a:lnTo>
                    <a:pt x="3784663" y="660400"/>
                  </a:lnTo>
                  <a:lnTo>
                    <a:pt x="3789184" y="622300"/>
                  </a:lnTo>
                  <a:lnTo>
                    <a:pt x="3802164" y="584200"/>
                  </a:lnTo>
                  <a:lnTo>
                    <a:pt x="3822687" y="546100"/>
                  </a:lnTo>
                  <a:lnTo>
                    <a:pt x="3849865" y="508000"/>
                  </a:lnTo>
                  <a:lnTo>
                    <a:pt x="3882821" y="482600"/>
                  </a:lnTo>
                  <a:lnTo>
                    <a:pt x="3920629" y="457200"/>
                  </a:lnTo>
                  <a:lnTo>
                    <a:pt x="3962425" y="444500"/>
                  </a:lnTo>
                  <a:lnTo>
                    <a:pt x="4007294" y="444500"/>
                  </a:lnTo>
                  <a:lnTo>
                    <a:pt x="4007294" y="215900"/>
                  </a:lnTo>
                  <a:lnTo>
                    <a:pt x="40072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587"/>
              <a:ext cx="11366500" cy="6852920"/>
            </a:xfrm>
            <a:custGeom>
              <a:avLst/>
              <a:gdLst/>
              <a:ahLst/>
              <a:cxnLst/>
              <a:rect l="l" t="t" r="r" b="b"/>
              <a:pathLst>
                <a:path w="11366500" h="6852920">
                  <a:moveTo>
                    <a:pt x="11365992" y="6127622"/>
                  </a:moveTo>
                  <a:lnTo>
                    <a:pt x="11365992" y="6852411"/>
                  </a:lnTo>
                </a:path>
                <a:path w="11366500" h="6852920">
                  <a:moveTo>
                    <a:pt x="11365992" y="0"/>
                  </a:moveTo>
                  <a:lnTo>
                    <a:pt x="11365992" y="694308"/>
                  </a:lnTo>
                </a:path>
                <a:path w="11366500" h="6852920">
                  <a:moveTo>
                    <a:pt x="0" y="6112408"/>
                  </a:moveTo>
                  <a:lnTo>
                    <a:pt x="10486263" y="6112408"/>
                  </a:lnTo>
                </a:path>
              </a:pathLst>
            </a:custGeom>
            <a:ln w="9525">
              <a:solidFill>
                <a:srgbClr val="155F82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86263" y="699896"/>
              <a:ext cx="1706245" cy="5433695"/>
            </a:xfrm>
            <a:custGeom>
              <a:avLst/>
              <a:gdLst/>
              <a:ahLst/>
              <a:cxnLst/>
              <a:rect l="l" t="t" r="r" b="b"/>
              <a:pathLst>
                <a:path w="1706245" h="5433695">
                  <a:moveTo>
                    <a:pt x="1705736" y="0"/>
                  </a:moveTo>
                  <a:lnTo>
                    <a:pt x="0" y="0"/>
                  </a:lnTo>
                  <a:lnTo>
                    <a:pt x="0" y="5433314"/>
                  </a:lnTo>
                  <a:lnTo>
                    <a:pt x="1705736" y="5433314"/>
                  </a:lnTo>
                  <a:lnTo>
                    <a:pt x="1705736" y="0"/>
                  </a:lnTo>
                  <a:close/>
                </a:path>
              </a:pathLst>
            </a:custGeom>
            <a:solidFill>
              <a:srgbClr val="ED2C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86263" y="699896"/>
              <a:ext cx="1706245" cy="5433695"/>
            </a:xfrm>
            <a:custGeom>
              <a:avLst/>
              <a:gdLst/>
              <a:ahLst/>
              <a:cxnLst/>
              <a:rect l="l" t="t" r="r" b="b"/>
              <a:pathLst>
                <a:path w="1706245" h="5433695">
                  <a:moveTo>
                    <a:pt x="0" y="5433314"/>
                  </a:moveTo>
                  <a:lnTo>
                    <a:pt x="1705736" y="5433314"/>
                  </a:lnTo>
                  <a:lnTo>
                    <a:pt x="1705736" y="0"/>
                  </a:lnTo>
                  <a:lnTo>
                    <a:pt x="0" y="0"/>
                  </a:lnTo>
                  <a:lnTo>
                    <a:pt x="0" y="5433314"/>
                  </a:lnTo>
                  <a:close/>
                </a:path>
              </a:pathLst>
            </a:custGeom>
            <a:ln w="19050">
              <a:solidFill>
                <a:srgbClr val="ED2C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590</Words>
  <Application>Microsoft Office PowerPoint</Application>
  <PresentationFormat>Widescreen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 MT</vt:lpstr>
      <vt:lpstr>Calibri</vt:lpstr>
      <vt:lpstr>Tahoma</vt:lpstr>
      <vt:lpstr>Times New Roman</vt:lpstr>
      <vt:lpstr>Trebuchet MS</vt:lpstr>
      <vt:lpstr>Wingdings</vt:lpstr>
      <vt:lpstr>Office Theme</vt:lpstr>
      <vt:lpstr>Product Teardown s</vt:lpstr>
      <vt:lpstr>About Tinder is one of the world’s largest dating apps, known for swipe-based matching and casual discovery.</vt:lpstr>
      <vt:lpstr>USER PERSONAS</vt:lpstr>
      <vt:lpstr>USER JOURNEY</vt:lpstr>
      <vt:lpstr>USER JOURNEY</vt:lpstr>
      <vt:lpstr>PowerPoint Presentation</vt:lpstr>
      <vt:lpstr>Success Metrics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Shubham .</dc:creator>
  <cp:lastModifiedBy>Dell Laptop</cp:lastModifiedBy>
  <cp:revision>2</cp:revision>
  <dcterms:created xsi:type="dcterms:W3CDTF">2025-12-30T19:09:37Z</dcterms:created>
  <dcterms:modified xsi:type="dcterms:W3CDTF">2025-12-30T19:19:29Z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2025-12-30T00:00:00Z</vt:filetime>
  </property>
  <property fmtid="{D5CDD505-2E9C-101B-9397-08002B2CF9AE}" pid="5" name="Producer">
    <vt:lpwstr>Microsoft® PowerPoint® for Microsoft 365</vt:lpwstr>
  </property>
</Properties>
</file>